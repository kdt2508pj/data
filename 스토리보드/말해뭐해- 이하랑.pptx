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0" r:id="rId1"/>
  </p:sldMasterIdLst>
  <p:sldIdLst>
    <p:sldId id="258" r:id="rId2"/>
    <p:sldId id="262" r:id="rId3"/>
    <p:sldId id="263" r:id="rId4"/>
    <p:sldId id="264" r:id="rId5"/>
    <p:sldId id="265" r:id="rId6"/>
    <p:sldId id="266" r:id="rId7"/>
    <p:sldId id="267" r:id="rId8"/>
    <p:sldId id="261" r:id="rId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8" d="100"/>
          <a:sy n="108" d="100"/>
        </p:scale>
        <p:origin x="678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24A6F4-C8D4-DB8B-73E4-3D178C5444C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8207499-825C-B9C8-646B-AF7C2CAF53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03E4B09-16CF-2753-2E83-2247BF182D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1F9FB3-2CD1-4D44-960D-916E49AE9A8D}" type="datetimeFigureOut">
              <a:rPr lang="ko-KR" altLang="en-US" smtClean="0"/>
              <a:t>2026-02-19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CD95115-F59A-3DA2-4E61-58E9AA9908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3D99476-EDDA-EFC9-1A78-38D8A37679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E2D840-C91C-4E87-9ADE-CA95CF79C5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8540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49B083-EE68-5AEE-A055-5982CBF455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79544C7-DF2D-3659-058E-A7A590B2CB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C62733-31BD-5682-8660-E805A8E3BB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1F9FB3-2CD1-4D44-960D-916E49AE9A8D}" type="datetimeFigureOut">
              <a:rPr lang="ko-KR" altLang="en-US" smtClean="0"/>
              <a:t>2026-02-19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E2E809B-A0DC-DEF8-5ED5-9601E45CE7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8728357-689D-C730-2680-4A97289862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E2D840-C91C-4E87-9ADE-CA95CF79C5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44952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E5C0C6-AA05-006B-054E-40A3387B63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6F4A51D-3AC8-A592-3FE4-B03B9A9318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B91BE93-510C-00EC-CEB0-944DD42924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1F9FB3-2CD1-4D44-960D-916E49AE9A8D}" type="datetimeFigureOut">
              <a:rPr lang="ko-KR" altLang="en-US" smtClean="0"/>
              <a:t>2026-02-19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182CE79-8970-E733-2B8D-7B6CF3B73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B88F34E-6DFC-D6E2-646B-580ADF8A53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E2D840-C91C-4E87-9ADE-CA95CF79C5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44094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4EBA546-69E0-D7D6-AADA-3160937C7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CF08457-5A79-3F91-8AF5-46EE1BB42EE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5A10BD2-EA9F-A5A6-4842-A6AE6EBECA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1883518-6B6A-FB92-7891-CB510B3CD6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1F9FB3-2CD1-4D44-960D-916E49AE9A8D}" type="datetimeFigureOut">
              <a:rPr lang="ko-KR" altLang="en-US" smtClean="0"/>
              <a:t>2026-02-19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29E7900-73A9-8121-3D75-7A878DC8AA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C6DD6E9-C7C1-E724-9FB8-D199CC28B4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E2D840-C91C-4E87-9ADE-CA95CF79C5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60007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97F38E-BDE4-6E08-1B99-6F777AF245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C5A06AD-A2FE-5C8E-92FA-E893D2E7BC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EB446F4-AA79-8597-C54D-C746910EF6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3DADBC9-F19B-0882-AB7A-7FA86A61E2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CFADD55-998C-CCC9-59AE-97D4F5F9E4A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E50C6C21-B399-2B6E-7FBF-6F9AA389A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1F9FB3-2CD1-4D44-960D-916E49AE9A8D}" type="datetimeFigureOut">
              <a:rPr lang="ko-KR" altLang="en-US" smtClean="0"/>
              <a:t>2026-02-19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F6376D58-1A30-40A5-70D5-D6F81DB023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A88CF3B6-5D79-39F5-949C-2DC579C99E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E2D840-C91C-4E87-9ADE-CA95CF79C5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65662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718DEA-8F28-21EE-9D5C-D6E76384AA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8AA2B01-9D16-EBCE-512E-090C074B01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1F9FB3-2CD1-4D44-960D-916E49AE9A8D}" type="datetimeFigureOut">
              <a:rPr lang="ko-KR" altLang="en-US" smtClean="0"/>
              <a:t>2026-02-19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E6B3C4E-1ACB-1FFF-B599-FC3CE83E64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A94D119-9411-31F7-5DDF-3760E07E2A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E2D840-C91C-4E87-9ADE-CA95CF79C5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020326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EB9B424-7D0A-298B-9ECB-1886F4955B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1F9FB3-2CD1-4D44-960D-916E49AE9A8D}" type="datetimeFigureOut">
              <a:rPr lang="ko-KR" altLang="en-US" smtClean="0"/>
              <a:t>2026-02-19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1909CEEC-7E1B-950F-21D4-DD9FC8BA5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DC82D6D-F4F7-E562-A8C8-75E6FD90B7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E2D840-C91C-4E87-9ADE-CA95CF79C5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01981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831721-2A28-241C-6E21-7F00F39494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DF04AF5-05F7-2313-A6DC-664294C934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C43E805-E6EA-61EE-CAE1-3FD1B79D22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D032AE1-3053-D3B5-E90D-397C26DAD5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1F9FB3-2CD1-4D44-960D-916E49AE9A8D}" type="datetimeFigureOut">
              <a:rPr lang="ko-KR" altLang="en-US" smtClean="0"/>
              <a:t>2026-02-19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2957E43-2625-D959-BAB3-65DCCF36E3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6F72280-4845-3AF7-D7C0-58A683119E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E2D840-C91C-4E87-9ADE-CA95CF79C5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016481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3BDDD1-F85C-3797-710B-2AC41F0FEB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8817A89A-5688-121E-C7DA-29845A09578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5BBC2A3-13AC-086B-4EDE-8FF7A24EA3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C598460-1080-2F0C-C706-2DD4C24A29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1F9FB3-2CD1-4D44-960D-916E49AE9A8D}" type="datetimeFigureOut">
              <a:rPr lang="ko-KR" altLang="en-US" smtClean="0"/>
              <a:t>2026-02-19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EF44486-2E29-8DA0-2B8E-06FA99D851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8B2A659-18BE-D7D6-0D63-6DFA15E409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E2D840-C91C-4E87-9ADE-CA95CF79C5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64429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E1EED3-0856-F40A-1C34-9C41B3B471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FA6BD5F-72DA-92BA-0BC3-644F9FF2E94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60CA111-A093-FCA0-4AB9-AC346C0525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1F9FB3-2CD1-4D44-960D-916E49AE9A8D}" type="datetimeFigureOut">
              <a:rPr lang="ko-KR" altLang="en-US" smtClean="0"/>
              <a:t>2026-02-19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235B4D2-990A-8B18-6B1D-A2C8F82677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55D3FFE-4B1C-6AB9-C716-08F8C218B7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E2D840-C91C-4E87-9ADE-CA95CF79C5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97913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BAC7DD6F-3963-CA67-7202-D2DEBE8FEC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C4498E3-2536-9611-E6F8-7EC5786DBF3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21DC528-CF45-E435-CEFC-BF74483989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1F9FB3-2CD1-4D44-960D-916E49AE9A8D}" type="datetimeFigureOut">
              <a:rPr lang="ko-KR" altLang="en-US" smtClean="0"/>
              <a:t>2026-02-19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5EECF64-127E-E1FC-2557-433D06D30F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DCD0C42-0489-4C57-1538-0059C8A65F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E2D840-C91C-4E87-9ADE-CA95CF79C5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82040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3C123606-E183-50D2-B829-30C817808C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166AA26-1C78-F419-16AC-D39C9C8CF5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7304444-7FDC-462B-C52E-D2D0BC048E2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1F9FB3-2CD1-4D44-960D-916E49AE9A8D}" type="datetimeFigureOut">
              <a:rPr lang="ko-KR" altLang="en-US" smtClean="0"/>
              <a:t>2026-02-19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7DAD9D6-DB79-9A8B-74B8-B93FECFD96B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D828D61-BFF7-F59A-9D62-E10221F16F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EE2D840-C91C-4E87-9ADE-CA95CF79C5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24586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/>
          <p:cNvGraphicFramePr>
            <a:graphicFrameLocks noGrp="1"/>
          </p:cNvGraphicFramePr>
          <p:nvPr/>
        </p:nvGraphicFramePr>
        <p:xfrm>
          <a:off x="0" y="0"/>
          <a:ext cx="12192000" cy="11830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943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lang="ko-KR" altLang="en-US" sz="1400" b="0" i="0" kern="1200">
                        <a:solidFill>
                          <a:schemeClr val="tx1"/>
                        </a:solidFill>
                      </a:endParaRP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L="89535" marR="89535" marT="89535" marB="89535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ko-KR" sz="1400" b="0" i="0" kern="1200">
                          <a:solidFill>
                            <a:schemeClr val="tx1"/>
                          </a:solidFill>
                        </a:rPr>
                        <a:t>Login</a:t>
                      </a:r>
                      <a:endParaRPr lang="ko-KR" altLang="en-US" sz="1400" b="0" i="0" kern="1200">
                        <a:solidFill>
                          <a:schemeClr val="tx1"/>
                        </a:solidFill>
                      </a:endParaRPr>
                    </a:p>
                  </a:txBody>
                  <a:tcPr marL="89535" marR="89535" marT="89535" marB="89535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400" b="0" i="0" kern="1200">
                        <a:solidFill>
                          <a:schemeClr val="tx1"/>
                        </a:solidFill>
                      </a:endParaRP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43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이하랑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</a:rPr>
                        <a:t>2026-02-12</a:t>
                      </a:r>
                      <a:endParaRPr lang="ko-KR" altLang="en-US" sz="1400" b="0" i="0" kern="1200">
                        <a:solidFill>
                          <a:schemeClr val="tx1"/>
                        </a:solidFill>
                      </a:endParaRP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4335">
                <a:tc gridSpan="6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화면 </a:t>
                      </a:r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ko-KR" sz="1400" b="0" i="0" kern="1200">
                          <a:solidFill>
                            <a:schemeClr val="tx1"/>
                          </a:solidFill>
                        </a:rPr>
                        <a:t>로그인화면</a:t>
                      </a:r>
                      <a:endParaRPr lang="ko-KR" altLang="en-US" sz="1400" b="0" i="0" kern="1200">
                        <a:solidFill>
                          <a:schemeClr val="tx1"/>
                        </a:solidFill>
                      </a:endParaRP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5" name="표 5"/>
          <p:cNvGraphicFramePr>
            <a:graphicFrameLocks noGrp="1"/>
          </p:cNvGraphicFramePr>
          <p:nvPr/>
        </p:nvGraphicFramePr>
        <p:xfrm>
          <a:off x="8603615" y="1179830"/>
          <a:ext cx="3587750" cy="56756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5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302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4985">
                <a:tc gridSpan="2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en-US" altLang="ko-KR" sz="1600" b="0" i="0" kern="120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7235">
                <a:tc gridSpan="2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600" b="0" i="0" kern="1200">
                          <a:solidFill>
                            <a:schemeClr val="tx1"/>
                          </a:solidFill>
                        </a:rPr>
                        <a:t>헤더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72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r>
                        <a:rPr lang="ko-KR" altLang="ko-KR" sz="1200" b="0" i="0" kern="1200">
                          <a:solidFill>
                            <a:schemeClr val="dk1"/>
                          </a:solidFill>
                          <a:latin typeface="맑은 고딕" charset="0"/>
                          <a:ea typeface="+mn-ea"/>
                          <a:cs typeface="+mn-cs"/>
                        </a:rPr>
                        <a:t>이력서 저장 =&gt; 로그인 필요</a:t>
                      </a:r>
                      <a:endParaRPr lang="ko-KR" altLang="en-US" sz="1200" b="0" i="0" kern="1200">
                        <a:solidFill>
                          <a:schemeClr val="dk1"/>
                        </a:solidFill>
                        <a:latin typeface="맑은 고딕" charset="0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72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</a:rPr>
                        <a:t>2.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</a:rPr>
                        <a:t>회원이 아닐시 =&gt; 회원가입 클릭 후 회원가입 페이지 이동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72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372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372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372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4805" y="1186180"/>
            <a:ext cx="6988810" cy="64262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79830"/>
            <a:ext cx="1614805" cy="64262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54" name="직사각형 53"/>
          <p:cNvSpPr>
            <a:spLocks/>
          </p:cNvSpPr>
          <p:nvPr/>
        </p:nvSpPr>
        <p:spPr>
          <a:xfrm>
            <a:off x="43180" y="1829435"/>
            <a:ext cx="8603615" cy="402653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>
              <a:buFontTx/>
              <a:buNone/>
            </a:pPr>
            <a:endParaRPr lang="ko-KR" alt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0A710FF-E337-4594-BE0F-E1DC729C6982}"/>
              </a:ext>
            </a:extLst>
          </p:cNvPr>
          <p:cNvSpPr txBox="1"/>
          <p:nvPr/>
        </p:nvSpPr>
        <p:spPr>
          <a:xfrm>
            <a:off x="6864350" y="1432560"/>
            <a:ext cx="1614805" cy="3079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로그인 </a:t>
            </a:r>
            <a:r>
              <a:rPr lang="en-US" altLang="ko-KR" sz="1400" dirty="0"/>
              <a:t>| </a:t>
            </a:r>
            <a:r>
              <a:rPr lang="ko-KR" altLang="en-US" sz="1400" dirty="0"/>
              <a:t>회원가입</a:t>
            </a:r>
          </a:p>
        </p:txBody>
      </p:sp>
      <p:sp>
        <p:nvSpPr>
          <p:cNvPr id="57" name="도형 2"/>
          <p:cNvSpPr>
            <a:spLocks/>
          </p:cNvSpPr>
          <p:nvPr/>
        </p:nvSpPr>
        <p:spPr>
          <a:xfrm>
            <a:off x="2904490" y="2898140"/>
            <a:ext cx="2789555" cy="151574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>
            <a:noAutofit/>
          </a:bodyPr>
          <a:lstStyle/>
          <a:p>
            <a:pPr marL="0" indent="0" algn="ctr" hangingPunct="1"/>
            <a:r>
              <a:rPr lang="ko-KR" sz="1800">
                <a:latin typeface="맑은 고딕" charset="0"/>
                <a:ea typeface="맑은 고딕" charset="0"/>
              </a:rPr>
              <a:t>로그인이 필요합니다!</a:t>
            </a:r>
            <a:endParaRPr lang="ko-KR" altLang="en-US" sz="1800">
              <a:latin typeface="맑은 고딕" charset="0"/>
              <a:ea typeface="맑은 고딕" charset="0"/>
            </a:endParaRPr>
          </a:p>
          <a:p>
            <a:pPr marL="0" indent="0" algn="ctr" hangingPunct="1"/>
            <a:endParaRPr lang="ko-KR" altLang="en-US" sz="1800">
              <a:latin typeface="맑은 고딕" charset="0"/>
              <a:ea typeface="맑은 고딕" charset="0"/>
            </a:endParaRPr>
          </a:p>
          <a:p>
            <a:pPr marL="0" indent="0" algn="ctr" hangingPunct="1"/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아이디</a:t>
            </a:r>
            <a:r>
              <a:rPr lang="ko-KR" sz="1800">
                <a:latin typeface="맑은 고딕" charset="0"/>
                <a:ea typeface="맑은 고딕" charset="0"/>
              </a:rPr>
              <a:t>        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비밀번호</a:t>
            </a:r>
            <a:endParaRPr lang="ko-KR" altLang="en-US" sz="1800">
              <a:solidFill>
                <a:schemeClr val="tx1"/>
              </a:solidFill>
              <a:latin typeface="맑은 고딕" charset="0"/>
              <a:ea typeface="맑은 고딕" charset="0"/>
            </a:endParaRPr>
          </a:p>
          <a:p>
            <a:pPr marL="0" indent="0" algn="ctr" hangingPunct="1"/>
            <a:endParaRPr lang="ko-KR" altLang="en-US" sz="1000">
              <a:solidFill>
                <a:schemeClr val="tx1"/>
              </a:solidFill>
              <a:latin typeface="맑은 고딕" charset="0"/>
              <a:ea typeface="맑은 고딕" charset="0"/>
            </a:endParaRPr>
          </a:p>
          <a:p>
            <a:pPr marL="0" indent="0" algn="ctr" hangingPunct="1"/>
            <a:r>
              <a:rPr lang="ko-KR" sz="1000">
                <a:solidFill>
                  <a:schemeClr val="tx1"/>
                </a:solidFill>
                <a:latin typeface="맑은 고딕" charset="0"/>
                <a:ea typeface="맑은 고딕" charset="0"/>
              </a:rPr>
              <a:t>회원이 아니신가요? </a:t>
            </a:r>
            <a:r>
              <a:rPr lang="ko-KR" sz="1000">
                <a:solidFill>
                  <a:schemeClr val="accent2">
                    <a:lumMod val="60000"/>
                    <a:lumOff val="40000"/>
                  </a:schemeClr>
                </a:solidFill>
                <a:latin typeface="맑은 고딕" charset="0"/>
                <a:ea typeface="맑은 고딕" charset="0"/>
              </a:rPr>
              <a:t>회원가입</a:t>
            </a:r>
            <a:endParaRPr lang="ko-KR" altLang="en-US" sz="1000">
              <a:solidFill>
                <a:schemeClr val="tx1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58" name="도형 3"/>
          <p:cNvSpPr>
            <a:spLocks/>
          </p:cNvSpPr>
          <p:nvPr/>
        </p:nvSpPr>
        <p:spPr>
          <a:xfrm>
            <a:off x="2988945" y="3531870"/>
            <a:ext cx="254635" cy="241935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sz="1800">
                <a:latin typeface="맑은 고딕" charset="0"/>
                <a:ea typeface="맑은 고딕" charset="0"/>
              </a:rPr>
              <a:t>1</a:t>
            </a:r>
            <a:endParaRPr lang="ko-KR" altLang="en-US"/>
          </a:p>
        </p:txBody>
      </p:sp>
      <p:sp>
        <p:nvSpPr>
          <p:cNvPr id="59" name="도형 4"/>
          <p:cNvSpPr>
            <a:spLocks/>
          </p:cNvSpPr>
          <p:nvPr/>
        </p:nvSpPr>
        <p:spPr>
          <a:xfrm>
            <a:off x="4335145" y="3531870"/>
            <a:ext cx="254635" cy="241935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sz="1800">
                <a:latin typeface="맑은 고딕" charset="0"/>
                <a:ea typeface="맑은 고딕" charset="0"/>
              </a:rPr>
              <a:t>1</a:t>
            </a:r>
            <a:endParaRPr lang="ko-KR" altLang="en-US"/>
          </a:p>
        </p:txBody>
      </p:sp>
      <p:sp>
        <p:nvSpPr>
          <p:cNvPr id="60" name="도형 5"/>
          <p:cNvSpPr>
            <a:spLocks/>
          </p:cNvSpPr>
          <p:nvPr/>
        </p:nvSpPr>
        <p:spPr>
          <a:xfrm>
            <a:off x="5108575" y="4171950"/>
            <a:ext cx="241935" cy="200025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t>2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69288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0" y="0"/>
          <a:ext cx="12192000" cy="11830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943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lang="ko-KR" altLang="en-US" sz="1400" b="0" i="0" kern="1200">
                        <a:solidFill>
                          <a:schemeClr val="tx1"/>
                        </a:solidFill>
                      </a:endParaRP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L="89535" marR="89535" marT="89535" marB="89535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ko-KR" sz="1400" b="0" i="0" kern="1200">
                          <a:solidFill>
                            <a:schemeClr val="tx1"/>
                          </a:solidFill>
                        </a:rPr>
                        <a:t>Login</a:t>
                      </a:r>
                      <a:endParaRPr lang="ko-KR" altLang="en-US" sz="1400" b="0" i="0" kern="1200">
                        <a:solidFill>
                          <a:schemeClr val="tx1"/>
                        </a:solidFill>
                      </a:endParaRPr>
                    </a:p>
                  </a:txBody>
                  <a:tcPr marL="89535" marR="89535" marT="89535" marB="89535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400" b="0" i="0" kern="1200">
                        <a:solidFill>
                          <a:schemeClr val="tx1"/>
                        </a:solidFill>
                      </a:endParaRP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43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이하랑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</a:rPr>
                        <a:t>2026-02-12</a:t>
                      </a:r>
                      <a:endParaRPr lang="ko-KR" altLang="en-US" sz="1400" b="0" i="0" kern="1200">
                        <a:solidFill>
                          <a:schemeClr val="tx1"/>
                        </a:solidFill>
                      </a:endParaRP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4335">
                <a:tc gridSpan="6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화면 </a:t>
                      </a:r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ko-KR" sz="1400" b="0" i="0" kern="1200">
                          <a:solidFill>
                            <a:schemeClr val="tx1"/>
                          </a:solidFill>
                        </a:rPr>
                        <a:t>회원가입(개인정보동의서)</a:t>
                      </a:r>
                      <a:endParaRPr lang="ko-KR" altLang="en-US" sz="1400" b="0" i="0" kern="1200">
                        <a:solidFill>
                          <a:schemeClr val="tx1"/>
                        </a:solidFill>
                      </a:endParaRP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5" name="Table 3"/>
          <p:cNvGraphicFramePr>
            <a:graphicFrameLocks noGrp="1"/>
          </p:cNvGraphicFramePr>
          <p:nvPr/>
        </p:nvGraphicFramePr>
        <p:xfrm>
          <a:off x="8603615" y="1179830"/>
          <a:ext cx="3587750" cy="56756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5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302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4985">
                <a:tc gridSpan="2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en-US" altLang="ko-KR" sz="1600" b="0" i="0" kern="120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7235">
                <a:tc gridSpan="2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600" b="0" i="0" kern="1200">
                          <a:solidFill>
                            <a:schemeClr val="tx1"/>
                          </a:solidFill>
                        </a:rPr>
                        <a:t>헤더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72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r>
                        <a:rPr lang="ko-KR" altLang="ko-KR" sz="1200" b="0" i="0" kern="1200">
                          <a:solidFill>
                            <a:schemeClr val="dk1"/>
                          </a:solidFill>
                          <a:latin typeface="맑은 고딕" charset="0"/>
                          <a:ea typeface="+mn-ea"/>
                          <a:cs typeface="+mn-cs"/>
                        </a:rPr>
                        <a:t>회원가입을 위한 개인정보동의서 체크</a:t>
                      </a:r>
                      <a:endParaRPr lang="ko-KR" altLang="en-US" sz="1200" b="0" i="0" kern="1200">
                        <a:solidFill>
                          <a:schemeClr val="dk1"/>
                        </a:solidFill>
                        <a:latin typeface="맑은 고딕" charset="0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72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</a:rPr>
                        <a:t>2.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</a:rPr>
                        <a:t>다음 클릭시 =&gt; 회원가입 페이지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72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372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372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372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Rect 0"/>
          <p:cNvSpPr>
            <a:spLocks/>
          </p:cNvSpPr>
          <p:nvPr/>
        </p:nvSpPr>
        <p:spPr>
          <a:xfrm>
            <a:off x="1614805" y="1186180"/>
            <a:ext cx="6989445" cy="64325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>
              <a:buFontTx/>
              <a:buNone/>
            </a:pP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" name="Rect 0"/>
          <p:cNvSpPr>
            <a:spLocks/>
          </p:cNvSpPr>
          <p:nvPr/>
        </p:nvSpPr>
        <p:spPr>
          <a:xfrm>
            <a:off x="0" y="1179830"/>
            <a:ext cx="1615440" cy="643255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>
              <a:buFontTx/>
              <a:buNone/>
            </a:pPr>
            <a:r>
              <a:rPr lang="ko-KR" altLang="en-US"/>
              <a:t>로고</a:t>
            </a:r>
          </a:p>
        </p:txBody>
      </p:sp>
      <p:sp>
        <p:nvSpPr>
          <p:cNvPr id="54" name="Rect 0"/>
          <p:cNvSpPr>
            <a:spLocks/>
          </p:cNvSpPr>
          <p:nvPr/>
        </p:nvSpPr>
        <p:spPr>
          <a:xfrm>
            <a:off x="43180" y="1829435"/>
            <a:ext cx="8603615" cy="402653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>
              <a:buFontTx/>
              <a:buNone/>
            </a:pPr>
            <a:endParaRPr lang="ko-KR" altLang="en-US"/>
          </a:p>
        </p:txBody>
      </p:sp>
      <p:sp>
        <p:nvSpPr>
          <p:cNvPr id="56" name="Rect 0"/>
          <p:cNvSpPr txBox="1">
            <a:spLocks/>
          </p:cNvSpPr>
          <p:nvPr/>
        </p:nvSpPr>
        <p:spPr>
          <a:xfrm>
            <a:off x="6864350" y="1432560"/>
            <a:ext cx="1615440" cy="308610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>
              <a:buFontTx/>
              <a:buNone/>
            </a:pPr>
            <a:r>
              <a:rPr lang="ko-KR" altLang="en-US" sz="1400"/>
              <a:t>로그인 </a:t>
            </a:r>
            <a:r>
              <a:rPr lang="en-US" altLang="ko-KR" sz="1400"/>
              <a:t>| </a:t>
            </a:r>
            <a:r>
              <a:rPr lang="ko-KR" altLang="en-US" sz="1400"/>
              <a:t>회원가입</a:t>
            </a:r>
          </a:p>
        </p:txBody>
      </p:sp>
      <p:sp>
        <p:nvSpPr>
          <p:cNvPr id="57" name="Rect 0"/>
          <p:cNvSpPr>
            <a:spLocks/>
          </p:cNvSpPr>
          <p:nvPr/>
        </p:nvSpPr>
        <p:spPr>
          <a:xfrm>
            <a:off x="2904490" y="2898140"/>
            <a:ext cx="2789555" cy="151574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>
            <a:noAutofit/>
          </a:bodyPr>
          <a:lstStyle/>
          <a:p>
            <a:pPr marL="0" indent="0" algn="ctr" hangingPunct="1"/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회원가입</a:t>
            </a:r>
            <a:endParaRPr lang="ko-KR" altLang="en-US" sz="1800">
              <a:solidFill>
                <a:schemeClr val="tx1"/>
              </a:solidFill>
              <a:latin typeface="맑은 고딕" charset="0"/>
              <a:ea typeface="맑은 고딕" charset="0"/>
            </a:endParaRPr>
          </a:p>
          <a:p>
            <a:pPr marL="0" indent="0" algn="ctr" hangingPunct="1"/>
            <a:endParaRPr lang="ko-KR" altLang="en-US" sz="1800">
              <a:latin typeface="맑은 고딕" charset="0"/>
              <a:ea typeface="맑은 고딕" charset="0"/>
            </a:endParaRPr>
          </a:p>
          <a:p>
            <a:pPr marL="0" indent="0" algn="ctr" hangingPunct="1"/>
            <a:r>
              <a:rPr lang="ko-KR" sz="1800">
                <a:latin typeface="맑은 고딕" charset="0"/>
                <a:ea typeface="맑은 고딕" charset="0"/>
              </a:rPr>
              <a:t>개인정보동의서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58" name="Rect 0"/>
          <p:cNvSpPr>
            <a:spLocks/>
          </p:cNvSpPr>
          <p:nvPr/>
        </p:nvSpPr>
        <p:spPr>
          <a:xfrm>
            <a:off x="2825750" y="2813685"/>
            <a:ext cx="254635" cy="241935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sz="1800">
                <a:latin typeface="맑은 고딕" charset="0"/>
                <a:ea typeface="맑은 고딕" charset="0"/>
              </a:rPr>
              <a:t>1</a:t>
            </a:r>
            <a:endParaRPr lang="ko-KR" altLang="en-US"/>
          </a:p>
        </p:txBody>
      </p:sp>
      <p:sp>
        <p:nvSpPr>
          <p:cNvPr id="59" name="도형 6"/>
          <p:cNvSpPr>
            <a:spLocks/>
          </p:cNvSpPr>
          <p:nvPr/>
        </p:nvSpPr>
        <p:spPr>
          <a:xfrm>
            <a:off x="4963160" y="4292600"/>
            <a:ext cx="604520" cy="241935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ko-KR" sz="1000"/>
              <a:t>다음</a:t>
            </a:r>
            <a:endParaRPr lang="ko-KR" altLang="en-US" sz="1000"/>
          </a:p>
        </p:txBody>
      </p:sp>
      <p:sp>
        <p:nvSpPr>
          <p:cNvPr id="60" name="도형 8"/>
          <p:cNvSpPr>
            <a:spLocks/>
          </p:cNvSpPr>
          <p:nvPr/>
        </p:nvSpPr>
        <p:spPr>
          <a:xfrm>
            <a:off x="4872355" y="4214495"/>
            <a:ext cx="187960" cy="157480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sz="1100"/>
              <a:t>2</a:t>
            </a:r>
            <a:endParaRPr lang="ko-KR" altLang="en-US" sz="11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0" y="0"/>
          <a:ext cx="12192000" cy="11830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943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lang="ko-KR" altLang="en-US" sz="1400" b="0" i="0" kern="1200">
                        <a:solidFill>
                          <a:schemeClr val="tx1"/>
                        </a:solidFill>
                      </a:endParaRP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L="89535" marR="89535" marT="89535" marB="89535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ko-KR" sz="1400" b="0" i="0" kern="1200">
                          <a:solidFill>
                            <a:schemeClr val="tx1"/>
                          </a:solidFill>
                        </a:rPr>
                        <a:t>Login</a:t>
                      </a:r>
                      <a:endParaRPr lang="ko-KR" altLang="en-US" sz="1400" b="0" i="0" kern="1200">
                        <a:solidFill>
                          <a:schemeClr val="tx1"/>
                        </a:solidFill>
                      </a:endParaRPr>
                    </a:p>
                  </a:txBody>
                  <a:tcPr marL="89535" marR="89535" marT="89535" marB="89535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400" b="0" i="0" kern="1200">
                        <a:solidFill>
                          <a:schemeClr val="tx1"/>
                        </a:solidFill>
                      </a:endParaRP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43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이하랑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</a:rPr>
                        <a:t>2026-02-12</a:t>
                      </a:r>
                      <a:endParaRPr lang="ko-KR" altLang="en-US" sz="1400" b="0" i="0" kern="1200">
                        <a:solidFill>
                          <a:schemeClr val="tx1"/>
                        </a:solidFill>
                      </a:endParaRP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4335">
                <a:tc gridSpan="6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화면 </a:t>
                      </a:r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ko-KR" sz="1400" b="0" i="0" kern="1200">
                          <a:solidFill>
                            <a:schemeClr val="tx1"/>
                          </a:solidFill>
                        </a:rPr>
                        <a:t>회원가입</a:t>
                      </a:r>
                      <a:endParaRPr lang="ko-KR" altLang="en-US" sz="1400" b="0" i="0" kern="1200">
                        <a:solidFill>
                          <a:schemeClr val="tx1"/>
                        </a:solidFill>
                      </a:endParaRP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5" name="Table 3"/>
          <p:cNvGraphicFramePr>
            <a:graphicFrameLocks noGrp="1"/>
          </p:cNvGraphicFramePr>
          <p:nvPr/>
        </p:nvGraphicFramePr>
        <p:xfrm>
          <a:off x="8603615" y="1179830"/>
          <a:ext cx="3587750" cy="56756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5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302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4985">
                <a:tc gridSpan="2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en-US" altLang="ko-KR" sz="1600" b="0" i="0" kern="120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7235">
                <a:tc gridSpan="2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600" b="0" i="0" kern="1200">
                          <a:solidFill>
                            <a:schemeClr val="tx1"/>
                          </a:solidFill>
                        </a:rPr>
                        <a:t>헤더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72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r>
                        <a:rPr lang="ko-KR" altLang="ko-KR" sz="1200" b="0" i="0" kern="1200">
                          <a:solidFill>
                            <a:schemeClr val="dk1"/>
                          </a:solidFill>
                          <a:latin typeface="맑은 고딕" charset="0"/>
                          <a:ea typeface="+mn-ea"/>
                          <a:cs typeface="+mn-cs"/>
                        </a:rPr>
                        <a:t>회원가입을 위한 아이디(중복확인), 비밀번호, 비밀번호 확인 입력, 회원식별과 아이디를 까먹었을 경우를 대비한 이메일 입력</a:t>
                      </a:r>
                      <a:endParaRPr lang="ko-KR" altLang="en-US" sz="1200" b="0" i="0" kern="1200">
                        <a:solidFill>
                          <a:schemeClr val="dk1"/>
                        </a:solidFill>
                        <a:latin typeface="맑은 고딕" charset="0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72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</a:rPr>
                        <a:t>2.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</a:rPr>
                        <a:t>이전 클릭시 =&gt; 개인정보동의서로 돌아감</a:t>
                      </a:r>
                    </a:p>
                    <a:p>
                      <a:pPr marL="0" lvl="1" indent="0" latinLnBrk="1">
                        <a:buFontTx/>
                        <a:buNone/>
                      </a:pP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</a:rPr>
                        <a:t>회원가입 클릭시 =&gt; 회원가입 성공!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72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372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372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372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Rect 0"/>
          <p:cNvSpPr>
            <a:spLocks/>
          </p:cNvSpPr>
          <p:nvPr/>
        </p:nvSpPr>
        <p:spPr>
          <a:xfrm>
            <a:off x="1614805" y="1186180"/>
            <a:ext cx="6989445" cy="64325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>
              <a:buFontTx/>
              <a:buNone/>
            </a:pP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" name="Rect 0"/>
          <p:cNvSpPr>
            <a:spLocks/>
          </p:cNvSpPr>
          <p:nvPr/>
        </p:nvSpPr>
        <p:spPr>
          <a:xfrm>
            <a:off x="0" y="1179830"/>
            <a:ext cx="1615440" cy="643255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>
              <a:buFontTx/>
              <a:buNone/>
            </a:pPr>
            <a:r>
              <a:rPr lang="ko-KR" altLang="en-US"/>
              <a:t>로고</a:t>
            </a:r>
          </a:p>
        </p:txBody>
      </p:sp>
      <p:sp>
        <p:nvSpPr>
          <p:cNvPr id="54" name="Rect 0"/>
          <p:cNvSpPr>
            <a:spLocks/>
          </p:cNvSpPr>
          <p:nvPr/>
        </p:nvSpPr>
        <p:spPr>
          <a:xfrm>
            <a:off x="61595" y="1829435"/>
            <a:ext cx="8603615" cy="402653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>
              <a:buFontTx/>
              <a:buNone/>
            </a:pPr>
            <a:endParaRPr lang="ko-KR" altLang="en-US"/>
          </a:p>
        </p:txBody>
      </p:sp>
      <p:sp>
        <p:nvSpPr>
          <p:cNvPr id="56" name="Rect 0"/>
          <p:cNvSpPr txBox="1">
            <a:spLocks/>
          </p:cNvSpPr>
          <p:nvPr/>
        </p:nvSpPr>
        <p:spPr>
          <a:xfrm>
            <a:off x="6864350" y="1432560"/>
            <a:ext cx="1615440" cy="308610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>
              <a:buFontTx/>
              <a:buNone/>
            </a:pPr>
            <a:r>
              <a:rPr lang="ko-KR" altLang="en-US" sz="1400"/>
              <a:t>로그인 </a:t>
            </a:r>
            <a:r>
              <a:rPr lang="en-US" altLang="ko-KR" sz="1400"/>
              <a:t>| </a:t>
            </a:r>
            <a:r>
              <a:rPr lang="ko-KR" altLang="en-US" sz="1400"/>
              <a:t>회원가입</a:t>
            </a:r>
          </a:p>
        </p:txBody>
      </p:sp>
      <p:sp>
        <p:nvSpPr>
          <p:cNvPr id="57" name="Rect 0"/>
          <p:cNvSpPr>
            <a:spLocks/>
          </p:cNvSpPr>
          <p:nvPr/>
        </p:nvSpPr>
        <p:spPr>
          <a:xfrm>
            <a:off x="2904490" y="2245995"/>
            <a:ext cx="3194050" cy="301942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>
            <a:noAutofit/>
          </a:bodyPr>
          <a:lstStyle/>
          <a:p>
            <a:pPr marL="0" indent="0" algn="ctr" hangingPunct="1"/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회원가입</a:t>
            </a:r>
            <a:endParaRPr lang="ko-KR" altLang="en-US" sz="1800">
              <a:solidFill>
                <a:schemeClr val="tx1"/>
              </a:solidFill>
              <a:latin typeface="맑은 고딕" charset="0"/>
              <a:ea typeface="맑은 고딕" charset="0"/>
            </a:endParaRPr>
          </a:p>
          <a:p>
            <a:pPr marL="0" indent="0" algn="ctr" hangingPunct="1"/>
            <a:endParaRPr lang="ko-KR" altLang="en-US" sz="1800">
              <a:latin typeface="맑은 고딕" charset="0"/>
              <a:ea typeface="맑은 고딕" charset="0"/>
            </a:endParaRPr>
          </a:p>
          <a:p>
            <a:pPr marL="0" indent="0" algn="l" hangingPunct="1"/>
            <a:r>
              <a:rPr lang="ko-KR" sz="1800">
                <a:latin typeface="맑은 고딕" charset="0"/>
                <a:ea typeface="맑은 고딕" charset="0"/>
              </a:rPr>
              <a:t>아이디:</a:t>
            </a:r>
            <a:endParaRPr lang="ko-KR" altLang="en-US" sz="1800">
              <a:latin typeface="맑은 고딕" charset="0"/>
              <a:ea typeface="맑은 고딕" charset="0"/>
            </a:endParaRPr>
          </a:p>
          <a:p>
            <a:pPr marL="0" indent="0" algn="l" hangingPunct="1"/>
            <a:endParaRPr lang="ko-KR" altLang="en-US" sz="1800">
              <a:latin typeface="맑은 고딕" charset="0"/>
              <a:ea typeface="맑은 고딕" charset="0"/>
            </a:endParaRPr>
          </a:p>
          <a:p>
            <a:pPr marL="0" indent="0" algn="l" hangingPunct="1"/>
            <a:r>
              <a:rPr lang="ko-KR" sz="1800">
                <a:latin typeface="맑은 고딕" charset="0"/>
                <a:ea typeface="맑은 고딕" charset="0"/>
              </a:rPr>
              <a:t>비밀번호:</a:t>
            </a:r>
            <a:endParaRPr lang="ko-KR" altLang="en-US" sz="1800">
              <a:latin typeface="맑은 고딕" charset="0"/>
              <a:ea typeface="맑은 고딕" charset="0"/>
            </a:endParaRPr>
          </a:p>
          <a:p>
            <a:pPr marL="0" indent="0" algn="l" hangingPunct="1"/>
            <a:endParaRPr lang="ko-KR" altLang="en-US" sz="1800">
              <a:latin typeface="맑은 고딕" charset="0"/>
              <a:ea typeface="맑은 고딕" charset="0"/>
            </a:endParaRPr>
          </a:p>
          <a:p>
            <a:pPr marL="0" indent="0" algn="l" hangingPunct="1"/>
            <a:r>
              <a:rPr lang="ko-KR" sz="1800">
                <a:latin typeface="맑은 고딕" charset="0"/>
                <a:ea typeface="맑은 고딕" charset="0"/>
              </a:rPr>
              <a:t>비밀번호 확인:</a:t>
            </a:r>
            <a:endParaRPr lang="ko-KR" altLang="en-US" sz="1800">
              <a:latin typeface="맑은 고딕" charset="0"/>
              <a:ea typeface="맑은 고딕" charset="0"/>
            </a:endParaRPr>
          </a:p>
          <a:p>
            <a:pPr marL="0" indent="0" algn="l" hangingPunct="1"/>
            <a:endParaRPr lang="ko-KR" altLang="en-US" sz="1800">
              <a:latin typeface="맑은 고딕" charset="0"/>
              <a:ea typeface="맑은 고딕" charset="0"/>
            </a:endParaRPr>
          </a:p>
          <a:p>
            <a:pPr marL="0" indent="0" algn="l" hangingPunct="1"/>
            <a:r>
              <a:rPr lang="ko-KR" sz="1800">
                <a:latin typeface="맑은 고딕" charset="0"/>
                <a:ea typeface="맑은 고딕" charset="0"/>
              </a:rPr>
              <a:t>이메일: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58" name="Rect 0"/>
          <p:cNvSpPr>
            <a:spLocks/>
          </p:cNvSpPr>
          <p:nvPr/>
        </p:nvSpPr>
        <p:spPr>
          <a:xfrm>
            <a:off x="2874010" y="2245995"/>
            <a:ext cx="254635" cy="241935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sz="1800">
                <a:latin typeface="맑은 고딕" charset="0"/>
                <a:ea typeface="맑은 고딕" charset="0"/>
              </a:rPr>
              <a:t>1</a:t>
            </a:r>
            <a:endParaRPr lang="ko-KR" altLang="en-US"/>
          </a:p>
        </p:txBody>
      </p:sp>
      <p:sp>
        <p:nvSpPr>
          <p:cNvPr id="59" name="Rect 0"/>
          <p:cNvSpPr>
            <a:spLocks/>
          </p:cNvSpPr>
          <p:nvPr/>
        </p:nvSpPr>
        <p:spPr>
          <a:xfrm>
            <a:off x="5367655" y="5150485"/>
            <a:ext cx="724535" cy="241935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sz="1000"/>
              <a:t>회원가</a:t>
            </a:r>
            <a:r>
              <a:rPr lang="ko-KR" sz="1000"/>
              <a:t>입</a:t>
            </a:r>
            <a:endParaRPr lang="ko-KR" altLang="en-US" sz="1000"/>
          </a:p>
        </p:txBody>
      </p:sp>
      <p:sp>
        <p:nvSpPr>
          <p:cNvPr id="60" name="도형 7"/>
          <p:cNvSpPr>
            <a:spLocks/>
          </p:cNvSpPr>
          <p:nvPr/>
        </p:nvSpPr>
        <p:spPr>
          <a:xfrm>
            <a:off x="2904490" y="5144135"/>
            <a:ext cx="724535" cy="241935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sz="1000"/>
              <a:t>이전</a:t>
            </a:r>
            <a:endParaRPr lang="ko-KR" altLang="en-US" sz="1000"/>
          </a:p>
        </p:txBody>
      </p:sp>
      <p:sp>
        <p:nvSpPr>
          <p:cNvPr id="61" name="도형 9"/>
          <p:cNvSpPr>
            <a:spLocks/>
          </p:cNvSpPr>
          <p:nvPr/>
        </p:nvSpPr>
        <p:spPr>
          <a:xfrm>
            <a:off x="4805680" y="3000375"/>
            <a:ext cx="1287145" cy="429260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t>중복확인</a:t>
            </a:r>
            <a:endParaRPr lang="ko-KR" altLang="en-US"/>
          </a:p>
        </p:txBody>
      </p:sp>
      <p:sp>
        <p:nvSpPr>
          <p:cNvPr id="62" name="도형 11"/>
          <p:cNvSpPr>
            <a:spLocks/>
          </p:cNvSpPr>
          <p:nvPr/>
        </p:nvSpPr>
        <p:spPr>
          <a:xfrm>
            <a:off x="2777490" y="5022850"/>
            <a:ext cx="254635" cy="241935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t>2</a:t>
            </a:r>
            <a:endParaRPr lang="ko-KR" altLang="en-US"/>
          </a:p>
        </p:txBody>
      </p:sp>
      <p:sp>
        <p:nvSpPr>
          <p:cNvPr id="63" name="도형 12"/>
          <p:cNvSpPr>
            <a:spLocks/>
          </p:cNvSpPr>
          <p:nvPr/>
        </p:nvSpPr>
        <p:spPr>
          <a:xfrm>
            <a:off x="5271135" y="5022850"/>
            <a:ext cx="254635" cy="241935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t>2</a:t>
            </a:r>
            <a:endParaRPr lang="ko-KR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6108084"/>
              </p:ext>
            </p:extLst>
          </p:nvPr>
        </p:nvGraphicFramePr>
        <p:xfrm>
          <a:off x="0" y="0"/>
          <a:ext cx="12192000" cy="11830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943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lang="ko-KR" altLang="en-US" sz="1400" b="0" i="0" kern="1200">
                        <a:solidFill>
                          <a:schemeClr val="tx1"/>
                        </a:solidFill>
                      </a:endParaRP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L="89535" marR="89535" marT="89535" marB="89535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ko-KR" sz="1400" b="0" i="0" kern="1200">
                          <a:solidFill>
                            <a:schemeClr val="tx1"/>
                          </a:solidFill>
                        </a:rPr>
                        <a:t>Login</a:t>
                      </a:r>
                      <a:endParaRPr lang="ko-KR" altLang="en-US" sz="1400" b="0" i="0" kern="1200">
                        <a:solidFill>
                          <a:schemeClr val="tx1"/>
                        </a:solidFill>
                      </a:endParaRPr>
                    </a:p>
                  </a:txBody>
                  <a:tcPr marL="89535" marR="89535" marT="89535" marB="89535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400" b="0" i="0" kern="1200">
                        <a:solidFill>
                          <a:schemeClr val="tx1"/>
                        </a:solidFill>
                      </a:endParaRP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43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이하랑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</a:rPr>
                        <a:t>2026-02-12</a:t>
                      </a:r>
                      <a:endParaRPr lang="ko-KR" altLang="en-US" sz="1400" b="0" i="0" kern="1200">
                        <a:solidFill>
                          <a:schemeClr val="tx1"/>
                        </a:solidFill>
                      </a:endParaRP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4335">
                <a:tc gridSpan="6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 dirty="0">
                          <a:solidFill>
                            <a:schemeClr val="tx1"/>
                          </a:solidFill>
                        </a:rPr>
                        <a:t>화면 </a:t>
                      </a:r>
                      <a:r>
                        <a:rPr lang="en-US" altLang="ko-KR" sz="1400" b="0" i="0" kern="120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i="0" kern="1200" dirty="0">
                          <a:solidFill>
                            <a:schemeClr val="tx1"/>
                          </a:solidFill>
                        </a:rPr>
                        <a:t>마이페이지 </a:t>
                      </a:r>
                      <a:r>
                        <a:rPr lang="en-US" altLang="ko-KR" sz="1400" b="0" i="0" kern="1200" dirty="0">
                          <a:solidFill>
                            <a:schemeClr val="tx1"/>
                          </a:solidFill>
                        </a:rPr>
                        <a:t>– </a:t>
                      </a:r>
                      <a:r>
                        <a:rPr lang="ko-KR" altLang="en-US" sz="1400" b="0" i="0" kern="1200" dirty="0">
                          <a:solidFill>
                            <a:schemeClr val="tx1"/>
                          </a:solidFill>
                        </a:rPr>
                        <a:t>비밀번호 변경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1999704"/>
              </p:ext>
            </p:extLst>
          </p:nvPr>
        </p:nvGraphicFramePr>
        <p:xfrm>
          <a:off x="8603615" y="1179830"/>
          <a:ext cx="3587750" cy="56756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5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302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4985">
                <a:tc gridSpan="2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en-US" altLang="ko-KR" sz="1600" b="0" i="0" kern="120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7235">
                <a:tc gridSpan="2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600" b="0" i="0" kern="1200">
                          <a:solidFill>
                            <a:schemeClr val="tx1"/>
                          </a:solidFill>
                        </a:rPr>
                        <a:t>헤더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72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latin typeface="맑은 고딕" charset="0"/>
                          <a:ea typeface="+mn-ea"/>
                          <a:cs typeface="+mn-cs"/>
                        </a:rPr>
                        <a:t>비밀번호 변경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latin typeface="맑은 고딕" charset="0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latin typeface="맑은 고딕" charset="0"/>
                          <a:ea typeface="+mn-ea"/>
                          <a:cs typeface="+mn-cs"/>
                        </a:rPr>
                        <a:t>새 비밀번호로 변경가능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latin typeface="맑은 고딕" charset="0"/>
                        <a:ea typeface="+mn-ea"/>
                        <a:cs typeface="+mn-cs"/>
                      </a:endParaRPr>
                    </a:p>
                    <a:p>
                      <a:pPr marL="0" lvl="1" indent="0" latinLnBrk="1">
                        <a:buFontTx/>
                        <a:buNone/>
                      </a:pPr>
                      <a:endParaRPr lang="en-US" altLang="ko-KR" sz="1200" b="0" i="0" kern="1200" dirty="0">
                        <a:solidFill>
                          <a:schemeClr val="dk1"/>
                        </a:solidFill>
                        <a:latin typeface="맑은 고딕" charset="0"/>
                        <a:ea typeface="+mn-ea"/>
                        <a:cs typeface="+mn-cs"/>
                      </a:endParaRPr>
                    </a:p>
                    <a:p>
                      <a:pPr marL="0" lvl="1" indent="0" latinLnBrk="1">
                        <a:buFontTx/>
                        <a:buNone/>
                      </a:pP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latin typeface="맑은 고딕" charset="0"/>
                          <a:ea typeface="+mn-ea"/>
                          <a:cs typeface="+mn-cs"/>
                        </a:rPr>
                        <a:t>본인확인을 위해 이메일 입력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72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</a:rPr>
                        <a:t>2.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이력서 제출 </a:t>
                      </a:r>
                      <a:r>
                        <a:rPr lang="en-US" altLang="ko-KR" sz="1100" b="0" i="0" kern="1200" dirty="0">
                          <a:solidFill>
                            <a:schemeClr val="tx1"/>
                          </a:solidFill>
                        </a:rPr>
                        <a:t>-&gt; </a:t>
                      </a: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이력서를 제출하여 저장 및 분석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72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en-US" altLang="ko-KR" sz="1100" b="0" i="0" kern="120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i="0" kern="12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회원 탈퇴 </a:t>
                      </a:r>
                      <a:r>
                        <a:rPr lang="en-US" altLang="ko-KR" sz="1100" b="0" i="0" kern="1200" dirty="0">
                          <a:solidFill>
                            <a:schemeClr val="tx1"/>
                          </a:solidFill>
                        </a:rPr>
                        <a:t>-&gt; </a:t>
                      </a: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회원 탈퇴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372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372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372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endParaRPr lang="ko-KR" altLang="en-US" sz="1100" b="0" i="0" kern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Rect 0"/>
          <p:cNvSpPr>
            <a:spLocks/>
          </p:cNvSpPr>
          <p:nvPr/>
        </p:nvSpPr>
        <p:spPr>
          <a:xfrm>
            <a:off x="1614805" y="1186180"/>
            <a:ext cx="6989445" cy="64325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>
              <a:buFontTx/>
              <a:buNone/>
            </a:pP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" name="Rect 0"/>
          <p:cNvSpPr>
            <a:spLocks/>
          </p:cNvSpPr>
          <p:nvPr/>
        </p:nvSpPr>
        <p:spPr>
          <a:xfrm>
            <a:off x="0" y="1179830"/>
            <a:ext cx="1615440" cy="643255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>
              <a:buFontTx/>
              <a:buNone/>
            </a:pPr>
            <a:r>
              <a:rPr lang="ko-KR" altLang="en-US"/>
              <a:t>로고</a:t>
            </a:r>
          </a:p>
        </p:txBody>
      </p:sp>
      <p:sp>
        <p:nvSpPr>
          <p:cNvPr id="56" name="Rect 0"/>
          <p:cNvSpPr txBox="1">
            <a:spLocks/>
          </p:cNvSpPr>
          <p:nvPr/>
        </p:nvSpPr>
        <p:spPr>
          <a:xfrm>
            <a:off x="6864350" y="1432560"/>
            <a:ext cx="1615440" cy="308610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>
              <a:buFontTx/>
              <a:buNone/>
            </a:pPr>
            <a:r>
              <a:rPr lang="ko-KR" altLang="en-US" sz="1400"/>
              <a:t>로그인 </a:t>
            </a:r>
            <a:r>
              <a:rPr lang="en-US" altLang="ko-KR" sz="1400"/>
              <a:t>| </a:t>
            </a:r>
            <a:r>
              <a:rPr lang="ko-KR" altLang="en-US" sz="1400"/>
              <a:t>회원가입</a:t>
            </a:r>
          </a:p>
        </p:txBody>
      </p:sp>
      <p:sp>
        <p:nvSpPr>
          <p:cNvPr id="57" name="Rect 0"/>
          <p:cNvSpPr>
            <a:spLocks/>
          </p:cNvSpPr>
          <p:nvPr/>
        </p:nvSpPr>
        <p:spPr>
          <a:xfrm>
            <a:off x="61595" y="2245995"/>
            <a:ext cx="8542655" cy="360997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>
            <a:noAutofit/>
          </a:bodyPr>
          <a:lstStyle/>
          <a:p>
            <a:pPr marL="0" indent="0" algn="l" hangingPunct="1"/>
            <a:endParaRPr lang="ko-KR" altLang="en-US" sz="1800" dirty="0">
              <a:latin typeface="맑은 고딕" charset="0"/>
              <a:ea typeface="맑은 고딕" charset="0"/>
            </a:endParaRPr>
          </a:p>
          <a:p>
            <a:pPr marL="0" indent="0" algn="l" hangingPunct="1"/>
            <a:endParaRPr lang="ko-KR" altLang="en-US" sz="1800" dirty="0">
              <a:latin typeface="맑은 고딕" charset="0"/>
              <a:ea typeface="맑은 고딕" charset="0"/>
            </a:endParaRPr>
          </a:p>
          <a:p>
            <a:pPr marL="0" indent="0" algn="l" hangingPunct="1"/>
            <a:endParaRPr lang="ko-KR" altLang="en-US" sz="1800" dirty="0">
              <a:latin typeface="맑은 고딕" charset="0"/>
              <a:ea typeface="맑은 고딕" charset="0"/>
            </a:endParaRPr>
          </a:p>
        </p:txBody>
      </p:sp>
      <p:sp>
        <p:nvSpPr>
          <p:cNvPr id="60" name="도형 7"/>
          <p:cNvSpPr>
            <a:spLocks/>
          </p:cNvSpPr>
          <p:nvPr/>
        </p:nvSpPr>
        <p:spPr>
          <a:xfrm>
            <a:off x="3376019" y="2054768"/>
            <a:ext cx="2288394" cy="461510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ko-KR" altLang="en-US" dirty="0"/>
              <a:t>이력서 제출</a:t>
            </a:r>
          </a:p>
        </p:txBody>
      </p:sp>
      <p:sp>
        <p:nvSpPr>
          <p:cNvPr id="62" name="도형 11"/>
          <p:cNvSpPr>
            <a:spLocks/>
          </p:cNvSpPr>
          <p:nvPr/>
        </p:nvSpPr>
        <p:spPr>
          <a:xfrm>
            <a:off x="3255431" y="1967455"/>
            <a:ext cx="485736" cy="461510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t>2</a:t>
            </a:r>
            <a:endParaRPr lang="ko-KR" altLang="en-US"/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3D52A44F-CC62-C678-7467-CA8D4CF656D6}"/>
              </a:ext>
            </a:extLst>
          </p:cNvPr>
          <p:cNvGrpSpPr/>
          <p:nvPr/>
        </p:nvGrpSpPr>
        <p:grpSpPr>
          <a:xfrm>
            <a:off x="18689" y="1950561"/>
            <a:ext cx="2408981" cy="565717"/>
            <a:chOff x="-3555744" y="1925410"/>
            <a:chExt cx="2692244" cy="590868"/>
          </a:xfrm>
        </p:grpSpPr>
        <p:sp>
          <p:nvSpPr>
            <p:cNvPr id="59" name="Rect 0"/>
            <p:cNvSpPr>
              <a:spLocks/>
            </p:cNvSpPr>
            <p:nvPr/>
          </p:nvSpPr>
          <p:spPr>
            <a:xfrm>
              <a:off x="-3364928" y="2012723"/>
              <a:ext cx="2501428" cy="503555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hangingPunct="1">
                <a:buFontTx/>
                <a:buNone/>
              </a:pPr>
              <a:r>
                <a:rPr lang="ko-KR" altLang="en-US" dirty="0"/>
                <a:t>비밀번호 변경</a:t>
              </a:r>
            </a:p>
          </p:txBody>
        </p:sp>
        <p:sp>
          <p:nvSpPr>
            <p:cNvPr id="63" name="도형 12"/>
            <p:cNvSpPr>
              <a:spLocks/>
            </p:cNvSpPr>
            <p:nvPr/>
          </p:nvSpPr>
          <p:spPr>
            <a:xfrm>
              <a:off x="-3555744" y="1925410"/>
              <a:ext cx="529988" cy="503555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hangingPunct="1">
                <a:buFontTx/>
                <a:buNone/>
              </a:pPr>
              <a:r>
                <a:rPr lang="en-US" dirty="0"/>
                <a:t>1</a:t>
              </a:r>
              <a:endParaRPr lang="ko-KR" altLang="en-US" dirty="0"/>
            </a:p>
          </p:txBody>
        </p:sp>
      </p:grpSp>
      <p:sp>
        <p:nvSpPr>
          <p:cNvPr id="3" name="도형 7">
            <a:extLst>
              <a:ext uri="{FF2B5EF4-FFF2-40B4-BE49-F238E27FC236}">
                <a16:creationId xmlns:a16="http://schemas.microsoft.com/office/drawing/2014/main" id="{E11AC317-F845-75B5-7094-1D66DDA3FB3C}"/>
              </a:ext>
            </a:extLst>
          </p:cNvPr>
          <p:cNvSpPr>
            <a:spLocks/>
          </p:cNvSpPr>
          <p:nvPr/>
        </p:nvSpPr>
        <p:spPr>
          <a:xfrm>
            <a:off x="6314586" y="2054768"/>
            <a:ext cx="2288394" cy="461510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ko-KR" altLang="en-US" dirty="0"/>
              <a:t>회원 탈퇴</a:t>
            </a:r>
          </a:p>
        </p:txBody>
      </p:sp>
      <p:sp>
        <p:nvSpPr>
          <p:cNvPr id="8" name="도형 11">
            <a:extLst>
              <a:ext uri="{FF2B5EF4-FFF2-40B4-BE49-F238E27FC236}">
                <a16:creationId xmlns:a16="http://schemas.microsoft.com/office/drawing/2014/main" id="{835CDFC4-CB3D-D6E6-39FA-B0723CB3A654}"/>
              </a:ext>
            </a:extLst>
          </p:cNvPr>
          <p:cNvSpPr>
            <a:spLocks/>
          </p:cNvSpPr>
          <p:nvPr/>
        </p:nvSpPr>
        <p:spPr>
          <a:xfrm>
            <a:off x="6193998" y="1967455"/>
            <a:ext cx="485736" cy="461510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en-US" dirty="0"/>
              <a:t>3</a:t>
            </a:r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B7034B2-5CB4-2A0A-62A3-E62D5AF38E62}"/>
              </a:ext>
            </a:extLst>
          </p:cNvPr>
          <p:cNvSpPr/>
          <p:nvPr/>
        </p:nvSpPr>
        <p:spPr>
          <a:xfrm>
            <a:off x="2338412" y="3259583"/>
            <a:ext cx="5086905" cy="292963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60F549D-8C03-C7FC-310F-69E7D35781B4}"/>
              </a:ext>
            </a:extLst>
          </p:cNvPr>
          <p:cNvSpPr/>
          <p:nvPr/>
        </p:nvSpPr>
        <p:spPr>
          <a:xfrm>
            <a:off x="2338412" y="3872751"/>
            <a:ext cx="5086905" cy="292963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4F3783B0-F94A-F3DE-5A81-4F5B25C6D0D0}"/>
              </a:ext>
            </a:extLst>
          </p:cNvPr>
          <p:cNvSpPr/>
          <p:nvPr/>
        </p:nvSpPr>
        <p:spPr>
          <a:xfrm>
            <a:off x="2317847" y="4485953"/>
            <a:ext cx="5086905" cy="292963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F6948E5-7821-359C-C2C2-C346B50B19CD}"/>
              </a:ext>
            </a:extLst>
          </p:cNvPr>
          <p:cNvSpPr txBox="1"/>
          <p:nvPr/>
        </p:nvSpPr>
        <p:spPr>
          <a:xfrm>
            <a:off x="625086" y="3834566"/>
            <a:ext cx="16514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비밀번호 확인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6D86CB2-2A1B-3FAD-4A2C-5441A2ABD61F}"/>
              </a:ext>
            </a:extLst>
          </p:cNvPr>
          <p:cNvSpPr txBox="1"/>
          <p:nvPr/>
        </p:nvSpPr>
        <p:spPr>
          <a:xfrm>
            <a:off x="781849" y="3220811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새 비밀번호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505A924-93AC-CB04-FE89-5166B9A5130A}"/>
              </a:ext>
            </a:extLst>
          </p:cNvPr>
          <p:cNvSpPr txBox="1"/>
          <p:nvPr/>
        </p:nvSpPr>
        <p:spPr>
          <a:xfrm>
            <a:off x="1378771" y="4461959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이메일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009328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6123837"/>
              </p:ext>
            </p:extLst>
          </p:nvPr>
        </p:nvGraphicFramePr>
        <p:xfrm>
          <a:off x="0" y="0"/>
          <a:ext cx="12192000" cy="11830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943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lang="ko-KR" altLang="en-US" sz="1400" b="0" i="0" kern="1200">
                        <a:solidFill>
                          <a:schemeClr val="tx1"/>
                        </a:solidFill>
                      </a:endParaRP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L="89535" marR="89535" marT="89535" marB="89535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ko-KR" sz="1400" b="0" i="0" kern="1200">
                          <a:solidFill>
                            <a:schemeClr val="tx1"/>
                          </a:solidFill>
                        </a:rPr>
                        <a:t>Login</a:t>
                      </a:r>
                      <a:endParaRPr lang="ko-KR" altLang="en-US" sz="1400" b="0" i="0" kern="1200">
                        <a:solidFill>
                          <a:schemeClr val="tx1"/>
                        </a:solidFill>
                      </a:endParaRPr>
                    </a:p>
                  </a:txBody>
                  <a:tcPr marL="89535" marR="89535" marT="89535" marB="89535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400" b="0" i="0" kern="1200">
                        <a:solidFill>
                          <a:schemeClr val="tx1"/>
                        </a:solidFill>
                      </a:endParaRP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43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이하랑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</a:rPr>
                        <a:t>2026-02-12</a:t>
                      </a:r>
                      <a:endParaRPr lang="ko-KR" altLang="en-US" sz="1400" b="0" i="0" kern="1200">
                        <a:solidFill>
                          <a:schemeClr val="tx1"/>
                        </a:solidFill>
                      </a:endParaRP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4335">
                <a:tc gridSpan="6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 dirty="0">
                          <a:solidFill>
                            <a:schemeClr val="tx1"/>
                          </a:solidFill>
                        </a:rPr>
                        <a:t>화면 </a:t>
                      </a:r>
                      <a:r>
                        <a:rPr lang="en-US" altLang="ko-KR" sz="1400" b="0" i="0" kern="120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i="0" kern="1200" dirty="0">
                          <a:solidFill>
                            <a:schemeClr val="tx1"/>
                          </a:solidFill>
                        </a:rPr>
                        <a:t>마이페이지 </a:t>
                      </a:r>
                      <a:r>
                        <a:rPr lang="en-US" altLang="ko-KR" sz="1400" b="0" i="0" kern="1200" dirty="0">
                          <a:solidFill>
                            <a:schemeClr val="tx1"/>
                          </a:solidFill>
                        </a:rPr>
                        <a:t>– </a:t>
                      </a:r>
                      <a:r>
                        <a:rPr lang="ko-KR" altLang="en-US" sz="1400" b="0" i="0" kern="1200" dirty="0">
                          <a:solidFill>
                            <a:schemeClr val="tx1"/>
                          </a:solidFill>
                        </a:rPr>
                        <a:t>이력서 제출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9307216"/>
              </p:ext>
            </p:extLst>
          </p:nvPr>
        </p:nvGraphicFramePr>
        <p:xfrm>
          <a:off x="8603615" y="1179831"/>
          <a:ext cx="3587750" cy="57082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5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302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98322">
                <a:tc gridSpan="2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en-US" altLang="ko-KR" sz="1600" b="0" i="0" kern="120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3381">
                <a:tc gridSpan="2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600" b="0" i="0" kern="1200">
                          <a:solidFill>
                            <a:schemeClr val="tx1"/>
                          </a:solidFill>
                        </a:rPr>
                        <a:t>헤더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3381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latin typeface="맑은 고딕" charset="0"/>
                          <a:ea typeface="+mn-ea"/>
                          <a:cs typeface="+mn-cs"/>
                        </a:rPr>
                        <a:t>비밀번호 변경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latin typeface="맑은 고딕" charset="0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latin typeface="맑은 고딕" charset="0"/>
                          <a:ea typeface="+mn-ea"/>
                          <a:cs typeface="+mn-cs"/>
                        </a:rPr>
                        <a:t>새 비밀번호로 변경가능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latin typeface="맑은 고딕" charset="0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99561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</a:rPr>
                        <a:t>2.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이력서 제출 </a:t>
                      </a:r>
                      <a:r>
                        <a:rPr lang="en-US" altLang="ko-KR" sz="1100" b="0" i="0" kern="1200" dirty="0">
                          <a:solidFill>
                            <a:schemeClr val="tx1"/>
                          </a:solidFill>
                        </a:rPr>
                        <a:t>-&gt; </a:t>
                      </a: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이력서를 제출하여 저장 및 분석</a:t>
                      </a:r>
                      <a:endParaRPr lang="en-US" altLang="ko-KR" sz="1100" b="0" i="0" kern="1200" dirty="0">
                        <a:solidFill>
                          <a:schemeClr val="tx1"/>
                        </a:solidFill>
                      </a:endParaRPr>
                    </a:p>
                    <a:p>
                      <a:pPr marL="0" lvl="1" indent="0" latinLnBrk="1">
                        <a:buFontTx/>
                        <a:buNone/>
                      </a:pPr>
                      <a:endParaRPr lang="en-US" altLang="ko-KR" sz="1100" b="0" i="0" kern="1200" dirty="0">
                        <a:solidFill>
                          <a:schemeClr val="tx1"/>
                        </a:solidFill>
                      </a:endParaRPr>
                    </a:p>
                    <a:p>
                      <a:pPr marL="0" lvl="1" indent="0" latinLnBrk="1">
                        <a:buFontTx/>
                        <a:buNone/>
                      </a:pP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추가 </a:t>
                      </a:r>
                      <a:r>
                        <a:rPr lang="ko-KR" altLang="en-US" sz="1100" b="0" i="0" kern="1200" dirty="0" err="1">
                          <a:solidFill>
                            <a:schemeClr val="tx1"/>
                          </a:solidFill>
                        </a:rPr>
                        <a:t>클릭시</a:t>
                      </a: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i="0" kern="1200" dirty="0">
                          <a:solidFill>
                            <a:schemeClr val="tx1"/>
                          </a:solidFill>
                        </a:rPr>
                        <a:t>File upload </a:t>
                      </a: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가능 </a:t>
                      </a:r>
                      <a:r>
                        <a:rPr lang="en-US" altLang="ko-KR" sz="1100" b="0" i="0" kern="1200" dirty="0">
                          <a:solidFill>
                            <a:schemeClr val="tx1"/>
                          </a:solidFill>
                        </a:rPr>
                        <a:t>-&gt; </a:t>
                      </a: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이력서 제출</a:t>
                      </a:r>
                      <a:endParaRPr lang="en-US" altLang="ko-KR" sz="1100" b="0" i="0" kern="1200" dirty="0">
                        <a:solidFill>
                          <a:schemeClr val="tx1"/>
                        </a:solidFill>
                      </a:endParaRPr>
                    </a:p>
                    <a:p>
                      <a:pPr marL="0" lvl="1" indent="0" latinLnBrk="1">
                        <a:buFontTx/>
                        <a:buNone/>
                      </a:pP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이력서 여러 개 추가 가능</a:t>
                      </a:r>
                      <a:endParaRPr lang="en-US" altLang="ko-KR" sz="1100" b="0" i="0" kern="1200" dirty="0">
                        <a:solidFill>
                          <a:schemeClr val="tx1"/>
                        </a:solidFill>
                      </a:endParaRPr>
                    </a:p>
                    <a:p>
                      <a:pPr marL="0" lvl="1" indent="0" latinLnBrk="1">
                        <a:buFontTx/>
                        <a:buNone/>
                      </a:pP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이력서 </a:t>
                      </a:r>
                      <a:r>
                        <a:rPr lang="ko-KR" altLang="en-US" sz="1100" b="0" i="0" kern="1200" dirty="0" err="1">
                          <a:solidFill>
                            <a:schemeClr val="tx1"/>
                          </a:solidFill>
                        </a:rPr>
                        <a:t>클릭시</a:t>
                      </a: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i="0" kern="1200" dirty="0">
                          <a:solidFill>
                            <a:schemeClr val="tx1"/>
                          </a:solidFill>
                        </a:rPr>
                        <a:t>-&gt; </a:t>
                      </a: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이력서 상세 페이지로 이동</a:t>
                      </a:r>
                      <a:endParaRPr lang="en-US" altLang="ko-KR" sz="1100" b="0" i="0" kern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13381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en-US" altLang="ko-KR" sz="1100" b="0" i="0" kern="120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i="0" kern="12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회원 탈퇴 </a:t>
                      </a:r>
                      <a:r>
                        <a:rPr lang="en-US" altLang="ko-KR" sz="1100" b="0" i="0" kern="1200" dirty="0">
                          <a:solidFill>
                            <a:schemeClr val="tx1"/>
                          </a:solidFill>
                        </a:rPr>
                        <a:t>-&gt; </a:t>
                      </a: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회원 탈퇴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13381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13381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endParaRPr lang="ko-KR" altLang="en-US" sz="1100" b="0" i="0" kern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13381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endParaRPr lang="ko-KR" altLang="en-US" sz="1100" b="0" i="0" kern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Rect 0"/>
          <p:cNvSpPr>
            <a:spLocks/>
          </p:cNvSpPr>
          <p:nvPr/>
        </p:nvSpPr>
        <p:spPr>
          <a:xfrm>
            <a:off x="1614805" y="1186180"/>
            <a:ext cx="6989445" cy="64325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>
              <a:buFontTx/>
              <a:buNone/>
            </a:pP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" name="Rect 0"/>
          <p:cNvSpPr>
            <a:spLocks/>
          </p:cNvSpPr>
          <p:nvPr/>
        </p:nvSpPr>
        <p:spPr>
          <a:xfrm>
            <a:off x="0" y="1179830"/>
            <a:ext cx="1615440" cy="643255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>
              <a:buFontTx/>
              <a:buNone/>
            </a:pPr>
            <a:r>
              <a:rPr lang="ko-KR" altLang="en-US"/>
              <a:t>로고</a:t>
            </a:r>
          </a:p>
        </p:txBody>
      </p:sp>
      <p:sp>
        <p:nvSpPr>
          <p:cNvPr id="56" name="Rect 0"/>
          <p:cNvSpPr txBox="1">
            <a:spLocks/>
          </p:cNvSpPr>
          <p:nvPr/>
        </p:nvSpPr>
        <p:spPr>
          <a:xfrm>
            <a:off x="6864350" y="1432560"/>
            <a:ext cx="1615440" cy="308610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>
              <a:buFontTx/>
              <a:buNone/>
            </a:pPr>
            <a:r>
              <a:rPr lang="ko-KR" altLang="en-US" sz="1400"/>
              <a:t>로그인 </a:t>
            </a:r>
            <a:r>
              <a:rPr lang="en-US" altLang="ko-KR" sz="1400"/>
              <a:t>| </a:t>
            </a:r>
            <a:r>
              <a:rPr lang="ko-KR" altLang="en-US" sz="1400"/>
              <a:t>회원가입</a:t>
            </a:r>
          </a:p>
        </p:txBody>
      </p:sp>
      <p:sp>
        <p:nvSpPr>
          <p:cNvPr id="57" name="Rect 0"/>
          <p:cNvSpPr>
            <a:spLocks/>
          </p:cNvSpPr>
          <p:nvPr/>
        </p:nvSpPr>
        <p:spPr>
          <a:xfrm>
            <a:off x="61595" y="2245995"/>
            <a:ext cx="8542655" cy="360997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>
            <a:noAutofit/>
          </a:bodyPr>
          <a:lstStyle/>
          <a:p>
            <a:pPr marL="0" indent="0" algn="l" hangingPunct="1"/>
            <a:endParaRPr lang="ko-KR" altLang="en-US" sz="1800" dirty="0">
              <a:latin typeface="맑은 고딕" charset="0"/>
              <a:ea typeface="맑은 고딕" charset="0"/>
            </a:endParaRPr>
          </a:p>
          <a:p>
            <a:pPr marL="0" indent="0" algn="l" hangingPunct="1"/>
            <a:endParaRPr lang="ko-KR" altLang="en-US" sz="1800" dirty="0">
              <a:latin typeface="맑은 고딕" charset="0"/>
              <a:ea typeface="맑은 고딕" charset="0"/>
            </a:endParaRPr>
          </a:p>
          <a:p>
            <a:pPr marL="0" indent="0" algn="l" hangingPunct="1"/>
            <a:endParaRPr lang="ko-KR" altLang="en-US" sz="1800" dirty="0">
              <a:latin typeface="맑은 고딕" charset="0"/>
              <a:ea typeface="맑은 고딕" charset="0"/>
            </a:endParaRPr>
          </a:p>
        </p:txBody>
      </p:sp>
      <p:sp>
        <p:nvSpPr>
          <p:cNvPr id="60" name="도형 7"/>
          <p:cNvSpPr>
            <a:spLocks/>
          </p:cNvSpPr>
          <p:nvPr/>
        </p:nvSpPr>
        <p:spPr>
          <a:xfrm>
            <a:off x="3376019" y="2054768"/>
            <a:ext cx="2288394" cy="461510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ko-KR" altLang="en-US" dirty="0"/>
              <a:t>이력서 제출</a:t>
            </a:r>
          </a:p>
        </p:txBody>
      </p:sp>
      <p:sp>
        <p:nvSpPr>
          <p:cNvPr id="62" name="도형 11"/>
          <p:cNvSpPr>
            <a:spLocks/>
          </p:cNvSpPr>
          <p:nvPr/>
        </p:nvSpPr>
        <p:spPr>
          <a:xfrm>
            <a:off x="3255431" y="1967455"/>
            <a:ext cx="485736" cy="461510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t>2</a:t>
            </a:r>
            <a:endParaRPr lang="ko-KR" altLang="en-US"/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3D52A44F-CC62-C678-7467-CA8D4CF656D6}"/>
              </a:ext>
            </a:extLst>
          </p:cNvPr>
          <p:cNvGrpSpPr/>
          <p:nvPr/>
        </p:nvGrpSpPr>
        <p:grpSpPr>
          <a:xfrm>
            <a:off x="18689" y="1950561"/>
            <a:ext cx="2408981" cy="565717"/>
            <a:chOff x="-3555744" y="1925410"/>
            <a:chExt cx="2692244" cy="590868"/>
          </a:xfrm>
        </p:grpSpPr>
        <p:sp>
          <p:nvSpPr>
            <p:cNvPr id="59" name="Rect 0"/>
            <p:cNvSpPr>
              <a:spLocks/>
            </p:cNvSpPr>
            <p:nvPr/>
          </p:nvSpPr>
          <p:spPr>
            <a:xfrm>
              <a:off x="-3364928" y="2012723"/>
              <a:ext cx="2501428" cy="503555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hangingPunct="1">
                <a:buFontTx/>
                <a:buNone/>
              </a:pPr>
              <a:r>
                <a:rPr lang="ko-KR" altLang="en-US" dirty="0"/>
                <a:t>비밀번호 변경</a:t>
              </a:r>
            </a:p>
          </p:txBody>
        </p:sp>
        <p:sp>
          <p:nvSpPr>
            <p:cNvPr id="63" name="도형 12"/>
            <p:cNvSpPr>
              <a:spLocks/>
            </p:cNvSpPr>
            <p:nvPr/>
          </p:nvSpPr>
          <p:spPr>
            <a:xfrm>
              <a:off x="-3555744" y="1925410"/>
              <a:ext cx="529988" cy="503555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hangingPunct="1">
                <a:buFontTx/>
                <a:buNone/>
              </a:pPr>
              <a:r>
                <a:rPr lang="en-US" dirty="0"/>
                <a:t>1</a:t>
              </a:r>
              <a:endParaRPr lang="ko-KR" altLang="en-US" dirty="0"/>
            </a:p>
          </p:txBody>
        </p:sp>
      </p:grpSp>
      <p:sp>
        <p:nvSpPr>
          <p:cNvPr id="3" name="도형 7">
            <a:extLst>
              <a:ext uri="{FF2B5EF4-FFF2-40B4-BE49-F238E27FC236}">
                <a16:creationId xmlns:a16="http://schemas.microsoft.com/office/drawing/2014/main" id="{E11AC317-F845-75B5-7094-1D66DDA3FB3C}"/>
              </a:ext>
            </a:extLst>
          </p:cNvPr>
          <p:cNvSpPr>
            <a:spLocks/>
          </p:cNvSpPr>
          <p:nvPr/>
        </p:nvSpPr>
        <p:spPr>
          <a:xfrm>
            <a:off x="6314586" y="2054768"/>
            <a:ext cx="2288394" cy="461510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ko-KR" altLang="en-US" dirty="0"/>
              <a:t>회원 탈퇴</a:t>
            </a:r>
          </a:p>
        </p:txBody>
      </p:sp>
      <p:sp>
        <p:nvSpPr>
          <p:cNvPr id="8" name="도형 11">
            <a:extLst>
              <a:ext uri="{FF2B5EF4-FFF2-40B4-BE49-F238E27FC236}">
                <a16:creationId xmlns:a16="http://schemas.microsoft.com/office/drawing/2014/main" id="{835CDFC4-CB3D-D6E6-39FA-B0723CB3A654}"/>
              </a:ext>
            </a:extLst>
          </p:cNvPr>
          <p:cNvSpPr>
            <a:spLocks/>
          </p:cNvSpPr>
          <p:nvPr/>
        </p:nvSpPr>
        <p:spPr>
          <a:xfrm>
            <a:off x="6193998" y="1967455"/>
            <a:ext cx="485736" cy="461510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en-US" dirty="0"/>
              <a:t>3</a:t>
            </a:r>
            <a:endParaRPr lang="ko-KR" altLang="en-US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CAAB487-1D73-BA25-6A2C-27F51F425823}"/>
              </a:ext>
            </a:extLst>
          </p:cNvPr>
          <p:cNvSpPr/>
          <p:nvPr/>
        </p:nvSpPr>
        <p:spPr>
          <a:xfrm>
            <a:off x="7118409" y="2643036"/>
            <a:ext cx="1109709" cy="337351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추가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BE78240-3B9A-872C-E26F-349AC68E7FF0}"/>
              </a:ext>
            </a:extLst>
          </p:cNvPr>
          <p:cNvSpPr/>
          <p:nvPr/>
        </p:nvSpPr>
        <p:spPr>
          <a:xfrm>
            <a:off x="255802" y="3727581"/>
            <a:ext cx="7972316" cy="33735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이력서</a:t>
            </a:r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51F8A164-8D06-E00D-0FC0-F0A0DE4EFBCC}"/>
              </a:ext>
            </a:extLst>
          </p:cNvPr>
          <p:cNvSpPr/>
          <p:nvPr/>
        </p:nvSpPr>
        <p:spPr>
          <a:xfrm>
            <a:off x="255802" y="3258927"/>
            <a:ext cx="7972316" cy="33735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이력서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97DBE360-C77A-9D9C-7FED-3F67BAEAAC81}"/>
              </a:ext>
            </a:extLst>
          </p:cNvPr>
          <p:cNvSpPr/>
          <p:nvPr/>
        </p:nvSpPr>
        <p:spPr>
          <a:xfrm>
            <a:off x="255802" y="4239708"/>
            <a:ext cx="7972316" cy="33735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이력서</a:t>
            </a:r>
            <a:r>
              <a:rPr lang="en-US" altLang="ko-KR" dirty="0"/>
              <a:t>3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195720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91327088"/>
              </p:ext>
            </p:extLst>
          </p:nvPr>
        </p:nvGraphicFramePr>
        <p:xfrm>
          <a:off x="0" y="0"/>
          <a:ext cx="12192000" cy="11830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943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lang="ko-KR" altLang="en-US" sz="1400" b="0" i="0" kern="1200">
                        <a:solidFill>
                          <a:schemeClr val="tx1"/>
                        </a:solidFill>
                      </a:endParaRP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L="89535" marR="89535" marT="89535" marB="89535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ko-KR" sz="1400" b="0" i="0" kern="1200">
                          <a:solidFill>
                            <a:schemeClr val="tx1"/>
                          </a:solidFill>
                        </a:rPr>
                        <a:t>Login</a:t>
                      </a:r>
                      <a:endParaRPr lang="ko-KR" altLang="en-US" sz="1400" b="0" i="0" kern="1200">
                        <a:solidFill>
                          <a:schemeClr val="tx1"/>
                        </a:solidFill>
                      </a:endParaRPr>
                    </a:p>
                  </a:txBody>
                  <a:tcPr marL="89535" marR="89535" marT="89535" marB="89535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400" b="0" i="0" kern="1200">
                        <a:solidFill>
                          <a:schemeClr val="tx1"/>
                        </a:solidFill>
                      </a:endParaRP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43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이하랑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</a:rPr>
                        <a:t>2026-02-12</a:t>
                      </a:r>
                      <a:endParaRPr lang="ko-KR" altLang="en-US" sz="1400" b="0" i="0" kern="1200">
                        <a:solidFill>
                          <a:schemeClr val="tx1"/>
                        </a:solidFill>
                      </a:endParaRP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4335">
                <a:tc gridSpan="6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 dirty="0">
                          <a:solidFill>
                            <a:schemeClr val="tx1"/>
                          </a:solidFill>
                        </a:rPr>
                        <a:t>화면 </a:t>
                      </a:r>
                      <a:r>
                        <a:rPr lang="en-US" altLang="ko-KR" sz="1400" b="0" i="0" kern="120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i="0" kern="1200" dirty="0">
                          <a:solidFill>
                            <a:schemeClr val="tx1"/>
                          </a:solidFill>
                        </a:rPr>
                        <a:t>마이페이지 </a:t>
                      </a:r>
                      <a:r>
                        <a:rPr lang="en-US" altLang="ko-KR" sz="1400" b="0" i="0" kern="1200" dirty="0">
                          <a:solidFill>
                            <a:schemeClr val="tx1"/>
                          </a:solidFill>
                        </a:rPr>
                        <a:t>– </a:t>
                      </a:r>
                      <a:r>
                        <a:rPr lang="ko-KR" altLang="en-US" sz="1400" b="0" i="0" kern="1200" dirty="0">
                          <a:solidFill>
                            <a:schemeClr val="tx1"/>
                          </a:solidFill>
                        </a:rPr>
                        <a:t>이력서 제출</a:t>
                      </a:r>
                      <a:r>
                        <a:rPr lang="en-US" altLang="ko-KR" sz="1400" b="0" i="0" kern="12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i="0" kern="1200" dirty="0">
                          <a:solidFill>
                            <a:schemeClr val="tx1"/>
                          </a:solidFill>
                        </a:rPr>
                        <a:t>상세 정보</a:t>
                      </a:r>
                      <a:r>
                        <a:rPr lang="en-US" altLang="ko-KR" sz="1400" b="0" i="0" kern="120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i="0" kern="1200" dirty="0">
                        <a:solidFill>
                          <a:schemeClr val="tx1"/>
                        </a:solidFill>
                      </a:endParaRP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6715389"/>
              </p:ext>
            </p:extLst>
          </p:nvPr>
        </p:nvGraphicFramePr>
        <p:xfrm>
          <a:off x="8603615" y="1179830"/>
          <a:ext cx="3587750" cy="57003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5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302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4985">
                <a:tc gridSpan="2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en-US" altLang="ko-KR" sz="1600" b="0" i="0" kern="120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7235">
                <a:tc gridSpan="2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600" b="0" i="0" kern="1200">
                          <a:solidFill>
                            <a:schemeClr val="tx1"/>
                          </a:solidFill>
                        </a:rPr>
                        <a:t>헤더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72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latin typeface="맑은 고딕" charset="0"/>
                          <a:ea typeface="+mn-ea"/>
                          <a:cs typeface="+mn-cs"/>
                        </a:rPr>
                        <a:t>비밀번호 변경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latin typeface="맑은 고딕" charset="0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latin typeface="맑은 고딕" charset="0"/>
                          <a:ea typeface="+mn-ea"/>
                          <a:cs typeface="+mn-cs"/>
                        </a:rPr>
                        <a:t>새 비밀번호로 변경가능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latin typeface="맑은 고딕" charset="0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72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</a:rPr>
                        <a:t>2.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이력서 제출 </a:t>
                      </a:r>
                      <a:r>
                        <a:rPr lang="en-US" altLang="ko-KR" sz="1100" b="0" i="0" kern="1200" dirty="0">
                          <a:solidFill>
                            <a:schemeClr val="tx1"/>
                          </a:solidFill>
                        </a:rPr>
                        <a:t>-&gt; </a:t>
                      </a: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이력서를 제출하여 저장 및 분석</a:t>
                      </a:r>
                      <a:endParaRPr lang="en-US" altLang="ko-KR" sz="1100" b="0" i="0" kern="1200" dirty="0">
                        <a:solidFill>
                          <a:schemeClr val="tx1"/>
                        </a:solidFill>
                      </a:endParaRPr>
                    </a:p>
                    <a:p>
                      <a:pPr marL="0" lvl="1" indent="0" latinLnBrk="1">
                        <a:buFontTx/>
                        <a:buNone/>
                      </a:pPr>
                      <a:endParaRPr lang="en-US" altLang="ko-KR" sz="1100" b="0" i="0" kern="1200" dirty="0">
                        <a:solidFill>
                          <a:schemeClr val="tx1"/>
                        </a:solidFill>
                      </a:endParaRPr>
                    </a:p>
                    <a:p>
                      <a:pPr marL="0" lvl="1" indent="0" latinLnBrk="1">
                        <a:buFontTx/>
                        <a:buNone/>
                      </a:pP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상세 정보 페이지 이동시 파일 이름과 파일에서 </a:t>
                      </a:r>
                      <a:r>
                        <a:rPr lang="en-US" altLang="ko-KR" sz="1100" b="0" i="0" kern="1200" dirty="0">
                          <a:solidFill>
                            <a:schemeClr val="tx1"/>
                          </a:solidFill>
                        </a:rPr>
                        <a:t>JSON</a:t>
                      </a: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으로 </a:t>
                      </a:r>
                      <a:r>
                        <a:rPr lang="ko-KR" altLang="en-US" sz="1100" b="0" i="0" kern="1200" dirty="0" err="1">
                          <a:solidFill>
                            <a:schemeClr val="tx1"/>
                          </a:solidFill>
                        </a:rPr>
                        <a:t>파씽하여</a:t>
                      </a: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 가져온 텍스트 결과 출력</a:t>
                      </a:r>
                      <a:endParaRPr lang="en-US" altLang="ko-KR" sz="1100" b="0" i="0" kern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72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en-US" altLang="ko-KR" sz="1100" b="0" i="0" kern="120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i="0" kern="12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회원 탈퇴 </a:t>
                      </a:r>
                      <a:r>
                        <a:rPr lang="en-US" altLang="ko-KR" sz="1100" b="0" i="0" kern="1200" dirty="0">
                          <a:solidFill>
                            <a:schemeClr val="tx1"/>
                          </a:solidFill>
                        </a:rPr>
                        <a:t>-&gt; </a:t>
                      </a: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회원 탈퇴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372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372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372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endParaRPr lang="ko-KR" altLang="en-US" sz="1100" b="0" i="0" kern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Rect 0"/>
          <p:cNvSpPr>
            <a:spLocks/>
          </p:cNvSpPr>
          <p:nvPr/>
        </p:nvSpPr>
        <p:spPr>
          <a:xfrm>
            <a:off x="1614805" y="1186180"/>
            <a:ext cx="6989445" cy="64325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>
              <a:buFontTx/>
              <a:buNone/>
            </a:pP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" name="Rect 0"/>
          <p:cNvSpPr>
            <a:spLocks/>
          </p:cNvSpPr>
          <p:nvPr/>
        </p:nvSpPr>
        <p:spPr>
          <a:xfrm>
            <a:off x="0" y="1179830"/>
            <a:ext cx="1615440" cy="643255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>
              <a:buFontTx/>
              <a:buNone/>
            </a:pPr>
            <a:r>
              <a:rPr lang="ko-KR" altLang="en-US"/>
              <a:t>로고</a:t>
            </a:r>
          </a:p>
        </p:txBody>
      </p:sp>
      <p:sp>
        <p:nvSpPr>
          <p:cNvPr id="56" name="Rect 0"/>
          <p:cNvSpPr txBox="1">
            <a:spLocks/>
          </p:cNvSpPr>
          <p:nvPr/>
        </p:nvSpPr>
        <p:spPr>
          <a:xfrm>
            <a:off x="6864350" y="1432560"/>
            <a:ext cx="1615440" cy="308610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>
              <a:buFontTx/>
              <a:buNone/>
            </a:pPr>
            <a:r>
              <a:rPr lang="ko-KR" altLang="en-US" sz="1400"/>
              <a:t>로그인 </a:t>
            </a:r>
            <a:r>
              <a:rPr lang="en-US" altLang="ko-KR" sz="1400"/>
              <a:t>| </a:t>
            </a:r>
            <a:r>
              <a:rPr lang="ko-KR" altLang="en-US" sz="1400"/>
              <a:t>회원가입</a:t>
            </a:r>
          </a:p>
        </p:txBody>
      </p:sp>
      <p:sp>
        <p:nvSpPr>
          <p:cNvPr id="57" name="Rect 0"/>
          <p:cNvSpPr>
            <a:spLocks/>
          </p:cNvSpPr>
          <p:nvPr/>
        </p:nvSpPr>
        <p:spPr>
          <a:xfrm>
            <a:off x="61595" y="2245995"/>
            <a:ext cx="8542655" cy="360997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>
            <a:noAutofit/>
          </a:bodyPr>
          <a:lstStyle/>
          <a:p>
            <a:pPr marL="0" indent="0" algn="l" hangingPunct="1"/>
            <a:endParaRPr lang="ko-KR" altLang="en-US" sz="1800" dirty="0">
              <a:latin typeface="맑은 고딕" charset="0"/>
              <a:ea typeface="맑은 고딕" charset="0"/>
            </a:endParaRPr>
          </a:p>
          <a:p>
            <a:pPr marL="0" indent="0" algn="l" hangingPunct="1"/>
            <a:endParaRPr lang="ko-KR" altLang="en-US" sz="1800" dirty="0">
              <a:latin typeface="맑은 고딕" charset="0"/>
              <a:ea typeface="맑은 고딕" charset="0"/>
            </a:endParaRPr>
          </a:p>
          <a:p>
            <a:pPr marL="0" indent="0" algn="l" hangingPunct="1"/>
            <a:endParaRPr lang="ko-KR" altLang="en-US" sz="1800" dirty="0">
              <a:latin typeface="맑은 고딕" charset="0"/>
              <a:ea typeface="맑은 고딕" charset="0"/>
            </a:endParaRPr>
          </a:p>
        </p:txBody>
      </p:sp>
      <p:sp>
        <p:nvSpPr>
          <p:cNvPr id="60" name="도형 7"/>
          <p:cNvSpPr>
            <a:spLocks/>
          </p:cNvSpPr>
          <p:nvPr/>
        </p:nvSpPr>
        <p:spPr>
          <a:xfrm>
            <a:off x="3376019" y="2054768"/>
            <a:ext cx="2288394" cy="461510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ko-KR" altLang="en-US" dirty="0"/>
              <a:t>이력서 제출</a:t>
            </a:r>
          </a:p>
        </p:txBody>
      </p:sp>
      <p:sp>
        <p:nvSpPr>
          <p:cNvPr id="62" name="도형 11"/>
          <p:cNvSpPr>
            <a:spLocks/>
          </p:cNvSpPr>
          <p:nvPr/>
        </p:nvSpPr>
        <p:spPr>
          <a:xfrm>
            <a:off x="3255431" y="1967455"/>
            <a:ext cx="485736" cy="461510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t>2</a:t>
            </a:r>
            <a:endParaRPr lang="ko-KR" altLang="en-US"/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3D52A44F-CC62-C678-7467-CA8D4CF656D6}"/>
              </a:ext>
            </a:extLst>
          </p:cNvPr>
          <p:cNvGrpSpPr/>
          <p:nvPr/>
        </p:nvGrpSpPr>
        <p:grpSpPr>
          <a:xfrm>
            <a:off x="18689" y="1950561"/>
            <a:ext cx="2408981" cy="565717"/>
            <a:chOff x="-3555744" y="1925410"/>
            <a:chExt cx="2692244" cy="590868"/>
          </a:xfrm>
        </p:grpSpPr>
        <p:sp>
          <p:nvSpPr>
            <p:cNvPr id="59" name="Rect 0"/>
            <p:cNvSpPr>
              <a:spLocks/>
            </p:cNvSpPr>
            <p:nvPr/>
          </p:nvSpPr>
          <p:spPr>
            <a:xfrm>
              <a:off x="-3364928" y="2012723"/>
              <a:ext cx="2501428" cy="503555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hangingPunct="1">
                <a:buFontTx/>
                <a:buNone/>
              </a:pPr>
              <a:r>
                <a:rPr lang="ko-KR" altLang="en-US" dirty="0"/>
                <a:t>비밀번호 변경</a:t>
              </a:r>
            </a:p>
          </p:txBody>
        </p:sp>
        <p:sp>
          <p:nvSpPr>
            <p:cNvPr id="63" name="도형 12"/>
            <p:cNvSpPr>
              <a:spLocks/>
            </p:cNvSpPr>
            <p:nvPr/>
          </p:nvSpPr>
          <p:spPr>
            <a:xfrm>
              <a:off x="-3555744" y="1925410"/>
              <a:ext cx="529988" cy="503555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hangingPunct="1">
                <a:buFontTx/>
                <a:buNone/>
              </a:pPr>
              <a:r>
                <a:rPr lang="en-US" dirty="0"/>
                <a:t>1</a:t>
              </a:r>
              <a:endParaRPr lang="ko-KR" altLang="en-US" dirty="0"/>
            </a:p>
          </p:txBody>
        </p:sp>
      </p:grpSp>
      <p:sp>
        <p:nvSpPr>
          <p:cNvPr id="3" name="도형 7">
            <a:extLst>
              <a:ext uri="{FF2B5EF4-FFF2-40B4-BE49-F238E27FC236}">
                <a16:creationId xmlns:a16="http://schemas.microsoft.com/office/drawing/2014/main" id="{E11AC317-F845-75B5-7094-1D66DDA3FB3C}"/>
              </a:ext>
            </a:extLst>
          </p:cNvPr>
          <p:cNvSpPr>
            <a:spLocks/>
          </p:cNvSpPr>
          <p:nvPr/>
        </p:nvSpPr>
        <p:spPr>
          <a:xfrm>
            <a:off x="6314586" y="2054768"/>
            <a:ext cx="2288394" cy="461510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ko-KR" altLang="en-US" dirty="0"/>
              <a:t>회원 탈퇴</a:t>
            </a:r>
          </a:p>
        </p:txBody>
      </p:sp>
      <p:sp>
        <p:nvSpPr>
          <p:cNvPr id="8" name="도형 11">
            <a:extLst>
              <a:ext uri="{FF2B5EF4-FFF2-40B4-BE49-F238E27FC236}">
                <a16:creationId xmlns:a16="http://schemas.microsoft.com/office/drawing/2014/main" id="{835CDFC4-CB3D-D6E6-39FA-B0723CB3A654}"/>
              </a:ext>
            </a:extLst>
          </p:cNvPr>
          <p:cNvSpPr>
            <a:spLocks/>
          </p:cNvSpPr>
          <p:nvPr/>
        </p:nvSpPr>
        <p:spPr>
          <a:xfrm>
            <a:off x="6193998" y="1967455"/>
            <a:ext cx="485736" cy="461510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en-US" dirty="0"/>
              <a:t>3</a:t>
            </a:r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BE0126EA-A74B-2296-1256-F2460606E52D}"/>
              </a:ext>
            </a:extLst>
          </p:cNvPr>
          <p:cNvSpPr/>
          <p:nvPr/>
        </p:nvSpPr>
        <p:spPr>
          <a:xfrm>
            <a:off x="346447" y="2764162"/>
            <a:ext cx="7972316" cy="33735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이력서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3ED47C6-15DA-F7B6-DF2E-ED80BD8221B0}"/>
              </a:ext>
            </a:extLst>
          </p:cNvPr>
          <p:cNvSpPr/>
          <p:nvPr/>
        </p:nvSpPr>
        <p:spPr>
          <a:xfrm>
            <a:off x="1332255" y="3268034"/>
            <a:ext cx="6000700" cy="33735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파일 이름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95F35AB0-4514-4073-55ED-89749DF86D9F}"/>
              </a:ext>
            </a:extLst>
          </p:cNvPr>
          <p:cNvSpPr/>
          <p:nvPr/>
        </p:nvSpPr>
        <p:spPr>
          <a:xfrm>
            <a:off x="492915" y="3808520"/>
            <a:ext cx="7825848" cy="161692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이력서에서 텍스트로 뽑아낸 분석결과물</a:t>
            </a:r>
          </a:p>
        </p:txBody>
      </p:sp>
    </p:spTree>
    <p:extLst>
      <p:ext uri="{BB962C8B-B14F-4D97-AF65-F5344CB8AC3E}">
        <p14:creationId xmlns:p14="http://schemas.microsoft.com/office/powerpoint/2010/main" val="31330778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8249292"/>
              </p:ext>
            </p:extLst>
          </p:nvPr>
        </p:nvGraphicFramePr>
        <p:xfrm>
          <a:off x="0" y="0"/>
          <a:ext cx="12192000" cy="11830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943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lang="ko-KR" altLang="en-US" sz="1400" b="0" i="0" kern="1200">
                        <a:solidFill>
                          <a:schemeClr val="tx1"/>
                        </a:solidFill>
                      </a:endParaRP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L="89535" marR="89535" marT="89535" marB="89535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ko-KR" sz="1400" b="0" i="0" kern="1200">
                          <a:solidFill>
                            <a:schemeClr val="tx1"/>
                          </a:solidFill>
                        </a:rPr>
                        <a:t>Login</a:t>
                      </a:r>
                      <a:endParaRPr lang="ko-KR" altLang="en-US" sz="1400" b="0" i="0" kern="1200">
                        <a:solidFill>
                          <a:schemeClr val="tx1"/>
                        </a:solidFill>
                      </a:endParaRPr>
                    </a:p>
                  </a:txBody>
                  <a:tcPr marL="89535" marR="89535" marT="89535" marB="89535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400" b="0" i="0" kern="1200">
                        <a:solidFill>
                          <a:schemeClr val="tx1"/>
                        </a:solidFill>
                      </a:endParaRP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43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이하랑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</a:rPr>
                        <a:t>2026-02-12</a:t>
                      </a:r>
                      <a:endParaRPr lang="ko-KR" altLang="en-US" sz="1400" b="0" i="0" kern="1200">
                        <a:solidFill>
                          <a:schemeClr val="tx1"/>
                        </a:solidFill>
                      </a:endParaRP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4335">
                <a:tc gridSpan="6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 dirty="0">
                          <a:solidFill>
                            <a:schemeClr val="tx1"/>
                          </a:solidFill>
                        </a:rPr>
                        <a:t>화면 </a:t>
                      </a:r>
                      <a:r>
                        <a:rPr lang="en-US" altLang="ko-KR" sz="1400" b="0" i="0" kern="120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i="0" kern="1200" dirty="0">
                          <a:solidFill>
                            <a:schemeClr val="tx1"/>
                          </a:solidFill>
                        </a:rPr>
                        <a:t>마이페이지 </a:t>
                      </a:r>
                      <a:r>
                        <a:rPr lang="en-US" altLang="ko-KR" sz="1400" b="0" i="0" kern="1200" dirty="0">
                          <a:solidFill>
                            <a:schemeClr val="tx1"/>
                          </a:solidFill>
                        </a:rPr>
                        <a:t>– </a:t>
                      </a:r>
                      <a:r>
                        <a:rPr lang="ko-KR" altLang="en-US" sz="1400" b="0" i="0" kern="1200" dirty="0">
                          <a:solidFill>
                            <a:schemeClr val="tx1"/>
                          </a:solidFill>
                        </a:rPr>
                        <a:t>회원 탈퇴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87978259"/>
              </p:ext>
            </p:extLst>
          </p:nvPr>
        </p:nvGraphicFramePr>
        <p:xfrm>
          <a:off x="8603615" y="1179830"/>
          <a:ext cx="3587750" cy="57003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5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302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4985">
                <a:tc gridSpan="2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en-US" altLang="ko-KR" sz="1600" b="0" i="0" kern="120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7235">
                <a:tc gridSpan="2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600" b="0" i="0" kern="1200">
                          <a:solidFill>
                            <a:schemeClr val="tx1"/>
                          </a:solidFill>
                        </a:rPr>
                        <a:t>헤더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72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latin typeface="맑은 고딕" charset="0"/>
                          <a:ea typeface="+mn-ea"/>
                          <a:cs typeface="+mn-cs"/>
                        </a:rPr>
                        <a:t>비밀번호 변경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latin typeface="맑은 고딕" charset="0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latin typeface="맑은 고딕" charset="0"/>
                          <a:ea typeface="+mn-ea"/>
                          <a:cs typeface="+mn-cs"/>
                        </a:rPr>
                        <a:t>새 비밀번호로 변경가능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latin typeface="맑은 고딕" charset="0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72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</a:rPr>
                        <a:t>2.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이력서 제출 </a:t>
                      </a:r>
                      <a:r>
                        <a:rPr lang="en-US" altLang="ko-KR" sz="1100" b="0" i="0" kern="1200" dirty="0">
                          <a:solidFill>
                            <a:schemeClr val="tx1"/>
                          </a:solidFill>
                        </a:rPr>
                        <a:t>-&gt; </a:t>
                      </a: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이력서를 제출하여 저장 및 분석</a:t>
                      </a:r>
                      <a:endParaRPr lang="en-US" altLang="ko-KR" sz="1100" b="0" i="0" kern="1200" dirty="0">
                        <a:solidFill>
                          <a:schemeClr val="tx1"/>
                        </a:solidFill>
                      </a:endParaRPr>
                    </a:p>
                    <a:p>
                      <a:pPr marL="0" lvl="1" indent="0" latinLnBrk="1">
                        <a:buFontTx/>
                        <a:buNone/>
                      </a:pPr>
                      <a:endParaRPr lang="en-US" altLang="ko-KR" sz="1100" b="0" i="0" kern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72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en-US" altLang="ko-KR" sz="1100" b="0" i="0" kern="120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i="0" kern="12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회원 탈퇴 </a:t>
                      </a:r>
                      <a:r>
                        <a:rPr lang="en-US" altLang="ko-KR" sz="1100" b="0" i="0" kern="1200" dirty="0">
                          <a:solidFill>
                            <a:schemeClr val="tx1"/>
                          </a:solidFill>
                        </a:rPr>
                        <a:t>-&gt; </a:t>
                      </a: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회원 탈퇴</a:t>
                      </a:r>
                      <a:endParaRPr lang="en-US" altLang="ko-KR" sz="1100" b="0" i="0" kern="1200" dirty="0">
                        <a:solidFill>
                          <a:schemeClr val="tx1"/>
                        </a:solidFill>
                      </a:endParaRPr>
                    </a:p>
                    <a:p>
                      <a:pPr marL="0" lvl="1" indent="0" latinLnBrk="1">
                        <a:buFontTx/>
                        <a:buNone/>
                      </a:pPr>
                      <a:endParaRPr lang="en-US" altLang="ko-KR" sz="1100" b="0" i="0" kern="1200" dirty="0">
                        <a:solidFill>
                          <a:schemeClr val="tx1"/>
                        </a:solidFill>
                      </a:endParaRPr>
                    </a:p>
                    <a:p>
                      <a:pPr marL="0" lvl="1" indent="0" latinLnBrk="1">
                        <a:buFontTx/>
                        <a:buNone/>
                      </a:pP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예 </a:t>
                      </a:r>
                      <a:r>
                        <a:rPr lang="ko-KR" altLang="en-US" sz="1100" b="0" i="0" kern="1200" dirty="0" err="1">
                          <a:solidFill>
                            <a:schemeClr val="tx1"/>
                          </a:solidFill>
                        </a:rPr>
                        <a:t>클릭시</a:t>
                      </a: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i="0" kern="1200" dirty="0">
                          <a:solidFill>
                            <a:schemeClr val="tx1"/>
                          </a:solidFill>
                        </a:rPr>
                        <a:t>-&gt; </a:t>
                      </a: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회원 탈퇴 </a:t>
                      </a:r>
                      <a:r>
                        <a:rPr lang="ko-KR" altLang="en-US" sz="1100" b="0" i="0" kern="1200" dirty="0" err="1">
                          <a:solidFill>
                            <a:schemeClr val="tx1"/>
                          </a:solidFill>
                        </a:rPr>
                        <a:t>처리후</a:t>
                      </a: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i="0" kern="1200" dirty="0">
                          <a:solidFill>
                            <a:schemeClr val="tx1"/>
                          </a:solidFill>
                        </a:rPr>
                        <a:t>-&gt; </a:t>
                      </a:r>
                      <a:r>
                        <a:rPr lang="ko-KR" altLang="en-US" sz="1100" b="0" i="0" kern="1200" dirty="0" err="1">
                          <a:solidFill>
                            <a:schemeClr val="tx1"/>
                          </a:solidFill>
                        </a:rPr>
                        <a:t>메인페이지</a:t>
                      </a: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 아니요 </a:t>
                      </a:r>
                      <a:r>
                        <a:rPr lang="ko-KR" altLang="en-US" sz="1100" b="0" i="0" kern="1200" dirty="0" err="1">
                          <a:solidFill>
                            <a:schemeClr val="tx1"/>
                          </a:solidFill>
                        </a:rPr>
                        <a:t>클릭시</a:t>
                      </a: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i="0" kern="1200" dirty="0">
                          <a:solidFill>
                            <a:schemeClr val="tx1"/>
                          </a:solidFill>
                        </a:rPr>
                        <a:t>-&gt; </a:t>
                      </a:r>
                      <a:r>
                        <a:rPr lang="ko-KR" altLang="en-US" sz="1100" b="0" i="0" kern="1200" dirty="0" err="1">
                          <a:solidFill>
                            <a:schemeClr val="tx1"/>
                          </a:solidFill>
                        </a:rPr>
                        <a:t>메인페이지</a:t>
                      </a:r>
                      <a:endParaRPr lang="ko-KR" altLang="en-US" sz="1100" b="0" i="0" kern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372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372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372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endParaRPr lang="ko-KR" altLang="en-US" sz="1100" b="0" i="0" kern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Rect 0"/>
          <p:cNvSpPr>
            <a:spLocks/>
          </p:cNvSpPr>
          <p:nvPr/>
        </p:nvSpPr>
        <p:spPr>
          <a:xfrm>
            <a:off x="1614805" y="1186180"/>
            <a:ext cx="6989445" cy="64325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>
              <a:buFontTx/>
              <a:buNone/>
            </a:pP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" name="Rect 0"/>
          <p:cNvSpPr>
            <a:spLocks/>
          </p:cNvSpPr>
          <p:nvPr/>
        </p:nvSpPr>
        <p:spPr>
          <a:xfrm>
            <a:off x="0" y="1179830"/>
            <a:ext cx="1615440" cy="643255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>
              <a:buFontTx/>
              <a:buNone/>
            </a:pPr>
            <a:r>
              <a:rPr lang="ko-KR" altLang="en-US"/>
              <a:t>로고</a:t>
            </a:r>
          </a:p>
        </p:txBody>
      </p:sp>
      <p:sp>
        <p:nvSpPr>
          <p:cNvPr id="56" name="Rect 0"/>
          <p:cNvSpPr txBox="1">
            <a:spLocks/>
          </p:cNvSpPr>
          <p:nvPr/>
        </p:nvSpPr>
        <p:spPr>
          <a:xfrm>
            <a:off x="6864350" y="1432560"/>
            <a:ext cx="1615440" cy="308610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>
              <a:buFontTx/>
              <a:buNone/>
            </a:pPr>
            <a:r>
              <a:rPr lang="ko-KR" altLang="en-US" sz="1400"/>
              <a:t>로그인 </a:t>
            </a:r>
            <a:r>
              <a:rPr lang="en-US" altLang="ko-KR" sz="1400"/>
              <a:t>| </a:t>
            </a:r>
            <a:r>
              <a:rPr lang="ko-KR" altLang="en-US" sz="1400"/>
              <a:t>회원가입</a:t>
            </a:r>
          </a:p>
        </p:txBody>
      </p:sp>
      <p:sp>
        <p:nvSpPr>
          <p:cNvPr id="57" name="Rect 0"/>
          <p:cNvSpPr>
            <a:spLocks/>
          </p:cNvSpPr>
          <p:nvPr/>
        </p:nvSpPr>
        <p:spPr>
          <a:xfrm>
            <a:off x="61595" y="2245995"/>
            <a:ext cx="8542655" cy="360997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>
            <a:noAutofit/>
          </a:bodyPr>
          <a:lstStyle/>
          <a:p>
            <a:pPr marL="0" indent="0" algn="l" hangingPunct="1"/>
            <a:endParaRPr lang="ko-KR" altLang="en-US" sz="1800" dirty="0">
              <a:latin typeface="맑은 고딕" charset="0"/>
              <a:ea typeface="맑은 고딕" charset="0"/>
            </a:endParaRPr>
          </a:p>
          <a:p>
            <a:pPr marL="0" indent="0" algn="l" hangingPunct="1"/>
            <a:endParaRPr lang="ko-KR" altLang="en-US" sz="1800" dirty="0">
              <a:latin typeface="맑은 고딕" charset="0"/>
              <a:ea typeface="맑은 고딕" charset="0"/>
            </a:endParaRPr>
          </a:p>
          <a:p>
            <a:pPr marL="0" indent="0" algn="l" hangingPunct="1"/>
            <a:endParaRPr lang="ko-KR" altLang="en-US" sz="1800" dirty="0">
              <a:latin typeface="맑은 고딕" charset="0"/>
              <a:ea typeface="맑은 고딕" charset="0"/>
            </a:endParaRPr>
          </a:p>
        </p:txBody>
      </p:sp>
      <p:sp>
        <p:nvSpPr>
          <p:cNvPr id="60" name="도형 7"/>
          <p:cNvSpPr>
            <a:spLocks/>
          </p:cNvSpPr>
          <p:nvPr/>
        </p:nvSpPr>
        <p:spPr>
          <a:xfrm>
            <a:off x="3376019" y="2054768"/>
            <a:ext cx="2288394" cy="461510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ko-KR" altLang="en-US" dirty="0"/>
              <a:t>이력서 제출</a:t>
            </a:r>
          </a:p>
        </p:txBody>
      </p:sp>
      <p:sp>
        <p:nvSpPr>
          <p:cNvPr id="62" name="도형 11"/>
          <p:cNvSpPr>
            <a:spLocks/>
          </p:cNvSpPr>
          <p:nvPr/>
        </p:nvSpPr>
        <p:spPr>
          <a:xfrm>
            <a:off x="3255431" y="1967455"/>
            <a:ext cx="485736" cy="461510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t>2</a:t>
            </a:r>
            <a:endParaRPr lang="ko-KR" altLang="en-US"/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3D52A44F-CC62-C678-7467-CA8D4CF656D6}"/>
              </a:ext>
            </a:extLst>
          </p:cNvPr>
          <p:cNvGrpSpPr/>
          <p:nvPr/>
        </p:nvGrpSpPr>
        <p:grpSpPr>
          <a:xfrm>
            <a:off x="18689" y="1950561"/>
            <a:ext cx="2408981" cy="565717"/>
            <a:chOff x="-3555744" y="1925410"/>
            <a:chExt cx="2692244" cy="590868"/>
          </a:xfrm>
        </p:grpSpPr>
        <p:sp>
          <p:nvSpPr>
            <p:cNvPr id="59" name="Rect 0"/>
            <p:cNvSpPr>
              <a:spLocks/>
            </p:cNvSpPr>
            <p:nvPr/>
          </p:nvSpPr>
          <p:spPr>
            <a:xfrm>
              <a:off x="-3364928" y="2012723"/>
              <a:ext cx="2501428" cy="503555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hangingPunct="1">
                <a:buFontTx/>
                <a:buNone/>
              </a:pPr>
              <a:r>
                <a:rPr lang="ko-KR" altLang="en-US" dirty="0"/>
                <a:t>비밀번호 변경</a:t>
              </a:r>
            </a:p>
          </p:txBody>
        </p:sp>
        <p:sp>
          <p:nvSpPr>
            <p:cNvPr id="63" name="도형 12"/>
            <p:cNvSpPr>
              <a:spLocks/>
            </p:cNvSpPr>
            <p:nvPr/>
          </p:nvSpPr>
          <p:spPr>
            <a:xfrm>
              <a:off x="-3555744" y="1925410"/>
              <a:ext cx="529988" cy="503555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hangingPunct="1">
                <a:buFontTx/>
                <a:buNone/>
              </a:pPr>
              <a:r>
                <a:rPr lang="en-US" dirty="0"/>
                <a:t>1</a:t>
              </a:r>
              <a:endParaRPr lang="ko-KR" altLang="en-US" dirty="0"/>
            </a:p>
          </p:txBody>
        </p:sp>
      </p:grpSp>
      <p:sp>
        <p:nvSpPr>
          <p:cNvPr id="3" name="도형 7">
            <a:extLst>
              <a:ext uri="{FF2B5EF4-FFF2-40B4-BE49-F238E27FC236}">
                <a16:creationId xmlns:a16="http://schemas.microsoft.com/office/drawing/2014/main" id="{E11AC317-F845-75B5-7094-1D66DDA3FB3C}"/>
              </a:ext>
            </a:extLst>
          </p:cNvPr>
          <p:cNvSpPr>
            <a:spLocks/>
          </p:cNvSpPr>
          <p:nvPr/>
        </p:nvSpPr>
        <p:spPr>
          <a:xfrm>
            <a:off x="6314586" y="2054768"/>
            <a:ext cx="2288394" cy="461510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ko-KR" altLang="en-US" dirty="0"/>
              <a:t>회원 탈퇴</a:t>
            </a:r>
          </a:p>
        </p:txBody>
      </p:sp>
      <p:sp>
        <p:nvSpPr>
          <p:cNvPr id="8" name="도형 11">
            <a:extLst>
              <a:ext uri="{FF2B5EF4-FFF2-40B4-BE49-F238E27FC236}">
                <a16:creationId xmlns:a16="http://schemas.microsoft.com/office/drawing/2014/main" id="{835CDFC4-CB3D-D6E6-39FA-B0723CB3A654}"/>
              </a:ext>
            </a:extLst>
          </p:cNvPr>
          <p:cNvSpPr>
            <a:spLocks/>
          </p:cNvSpPr>
          <p:nvPr/>
        </p:nvSpPr>
        <p:spPr>
          <a:xfrm>
            <a:off x="6193998" y="1967455"/>
            <a:ext cx="485736" cy="461510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en-US" dirty="0"/>
              <a:t>3</a:t>
            </a:r>
            <a:endParaRPr lang="ko-KR" altLang="en-US" dirty="0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9A8E5888-86AF-4CFE-E0A9-D36F24E68411}"/>
              </a:ext>
            </a:extLst>
          </p:cNvPr>
          <p:cNvSpPr/>
          <p:nvPr/>
        </p:nvSpPr>
        <p:spPr>
          <a:xfrm>
            <a:off x="1308549" y="3002915"/>
            <a:ext cx="5903650" cy="1988598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회원 </a:t>
            </a:r>
            <a:r>
              <a:rPr lang="ko-KR" altLang="en-US" dirty="0" err="1"/>
              <a:t>탈퇴하시겠습니까</a:t>
            </a:r>
            <a:r>
              <a:rPr lang="en-US" altLang="ko-KR" dirty="0"/>
              <a:t>?</a:t>
            </a:r>
          </a:p>
          <a:p>
            <a:pPr algn="ctr"/>
            <a:r>
              <a:rPr lang="ko-KR" altLang="en-US" dirty="0"/>
              <a:t>예</a:t>
            </a:r>
            <a:r>
              <a:rPr lang="en-US" altLang="ko-KR" dirty="0"/>
              <a:t>	</a:t>
            </a:r>
            <a:r>
              <a:rPr lang="ko-KR" altLang="en-US" dirty="0"/>
              <a:t>아니요</a:t>
            </a:r>
          </a:p>
        </p:txBody>
      </p:sp>
    </p:spTree>
    <p:extLst>
      <p:ext uri="{BB962C8B-B14F-4D97-AF65-F5344CB8AC3E}">
        <p14:creationId xmlns:p14="http://schemas.microsoft.com/office/powerpoint/2010/main" val="31291840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/>
          <p:cNvGraphicFramePr>
            <a:graphicFrameLocks noGrp="1"/>
          </p:cNvGraphicFramePr>
          <p:nvPr/>
        </p:nvGraphicFramePr>
        <p:xfrm>
          <a:off x="0" y="0"/>
          <a:ext cx="12192000" cy="11830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943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lang="ko-KR" altLang="en-US" sz="1400" b="0" i="0" kern="1200">
                        <a:solidFill>
                          <a:schemeClr val="tx1"/>
                        </a:solidFill>
                      </a:endParaRP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L="89535" marR="89535" marT="89535" marB="89535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ko-KR" sz="1400" b="0" i="0" kern="1200">
                          <a:solidFill>
                            <a:schemeClr val="tx1"/>
                          </a:solidFill>
                        </a:rPr>
                        <a:t>C</a:t>
                      </a:r>
                      <a:endParaRPr lang="ko-KR" altLang="en-US" sz="1400" b="0" i="0" kern="1200">
                        <a:solidFill>
                          <a:schemeClr val="tx1"/>
                        </a:solidFill>
                      </a:endParaRPr>
                    </a:p>
                  </a:txBody>
                  <a:tcPr marL="89535" marR="89535" marT="89535" marB="89535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400" b="0" i="0" kern="1200">
                        <a:solidFill>
                          <a:schemeClr val="tx1"/>
                        </a:solidFill>
                      </a:endParaRP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43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이하랑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</a:rPr>
                        <a:t>2026-02-12</a:t>
                      </a:r>
                      <a:endParaRPr lang="ko-KR" altLang="en-US" sz="1400" b="0" i="0" kern="1200">
                        <a:solidFill>
                          <a:schemeClr val="tx1"/>
                        </a:solidFill>
                      </a:endParaRP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4335">
                <a:tc gridSpan="6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화면 </a:t>
                      </a:r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ko-KR" sz="1400" b="0" i="0" kern="1200">
                          <a:solidFill>
                            <a:schemeClr val="tx1"/>
                          </a:solidFill>
                        </a:rPr>
                        <a:t>이력서 분석 후 회사에 적합한지 대조후 추천피드백</a:t>
                      </a:r>
                      <a:endParaRPr lang="ko-KR" altLang="en-US" sz="1400" b="0" i="0" kern="1200">
                        <a:solidFill>
                          <a:schemeClr val="dk1"/>
                        </a:solidFill>
                      </a:endParaRP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5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7739466"/>
              </p:ext>
            </p:extLst>
          </p:nvPr>
        </p:nvGraphicFramePr>
        <p:xfrm>
          <a:off x="8603615" y="1179830"/>
          <a:ext cx="3587750" cy="56923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5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302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5377">
                <a:tc gridSpan="2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en-US" altLang="ko-KR" sz="1600" b="0" i="0" kern="120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3481">
                <a:tc gridSpan="2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600" b="0" i="0" kern="1200">
                          <a:solidFill>
                            <a:schemeClr val="tx1"/>
                          </a:solidFill>
                        </a:rPr>
                        <a:t>헤더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07606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en-US" altLang="ko-KR" sz="1100" b="0" i="0" kern="120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i="0" kern="12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i="0" kern="1200" dirty="0">
                          <a:solidFill>
                            <a:schemeClr val="tx1"/>
                          </a:solidFill>
                        </a:rPr>
                        <a:t>회사 </a:t>
                      </a:r>
                      <a:r>
                        <a:rPr lang="ko-KR" altLang="en-US" sz="1200" b="0" i="0" kern="1200" dirty="0" err="1">
                          <a:solidFill>
                            <a:schemeClr val="tx1"/>
                          </a:solidFill>
                        </a:rPr>
                        <a:t>주소과</a:t>
                      </a:r>
                      <a:r>
                        <a:rPr lang="ko-KR" altLang="en-US" sz="1200" b="0" i="0" kern="1200" dirty="0">
                          <a:solidFill>
                            <a:schemeClr val="tx1"/>
                          </a:solidFill>
                        </a:rPr>
                        <a:t> 희망 부서를 입력 -&gt; 입력한 회사의 </a:t>
                      </a:r>
                      <a:r>
                        <a:rPr lang="ko-KR" altLang="en-US" sz="1200" b="0" i="0" kern="1200" dirty="0" err="1">
                          <a:solidFill>
                            <a:schemeClr val="tx1"/>
                          </a:solidFill>
                        </a:rPr>
                        <a:t>비젼</a:t>
                      </a:r>
                      <a:r>
                        <a:rPr lang="ko-KR" altLang="en-US" sz="1200" b="0" i="0" kern="12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200" b="0" i="0" kern="1200" dirty="0" err="1">
                          <a:solidFill>
                            <a:schemeClr val="tx1"/>
                          </a:solidFill>
                        </a:rPr>
                        <a:t>인재상</a:t>
                      </a:r>
                      <a:r>
                        <a:rPr lang="ko-KR" altLang="en-US" sz="1200" b="0" i="0" kern="1200">
                          <a:solidFill>
                            <a:schemeClr val="tx1"/>
                          </a:solidFill>
                        </a:rPr>
                        <a:t> 등등을 </a:t>
                      </a:r>
                      <a:r>
                        <a:rPr lang="ko-KR" altLang="en-US" sz="1200" b="0" i="0" kern="1200" dirty="0">
                          <a:solidFill>
                            <a:schemeClr val="tx1"/>
                          </a:solidFill>
                        </a:rPr>
                        <a:t>알아냄 </a:t>
                      </a:r>
                    </a:p>
                    <a:p>
                      <a:pPr marL="0" lvl="1" indent="0" latinLnBrk="1">
                        <a:buFontTx/>
                        <a:buNone/>
                      </a:pPr>
                      <a:endParaRPr lang="ko-KR" altLang="en-US" sz="1200" b="0" i="0" kern="1200" dirty="0">
                        <a:solidFill>
                          <a:schemeClr val="dk1"/>
                        </a:solidFill>
                        <a:latin typeface="맑은 고딕" charset="0"/>
                        <a:ea typeface="맑은 고딕" charset="0"/>
                        <a:cs typeface="+mn-cs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7784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2.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이력사항과 회사이름, 희망부서를 대조 -&gt; 이력사항에서 부족한 부분, 자기소개서를 쓸 시 </a:t>
                      </a:r>
                      <a:r>
                        <a:rPr lang="ko-KR" altLang="en-US" sz="1100" b="0" i="0" kern="1200" dirty="0" err="1">
                          <a:solidFill>
                            <a:schemeClr val="tx1"/>
                          </a:solidFill>
                        </a:rPr>
                        <a:t>강조해야할</a:t>
                      </a: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 부분, </a:t>
                      </a:r>
                      <a:r>
                        <a:rPr lang="ko-KR" altLang="en-US" sz="1100" b="0" i="0" kern="1200" dirty="0" err="1">
                          <a:solidFill>
                            <a:schemeClr val="tx1"/>
                          </a:solidFill>
                        </a:rPr>
                        <a:t>조심해야할</a:t>
                      </a: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 부분 </a:t>
                      </a:r>
                      <a:r>
                        <a:rPr lang="ko-KR" altLang="en-US" sz="1100" b="0" i="0" kern="1200" dirty="0" err="1">
                          <a:solidFill>
                            <a:schemeClr val="tx1"/>
                          </a:solidFill>
                        </a:rPr>
                        <a:t>추천피드백</a:t>
                      </a:r>
                      <a:endParaRPr lang="ko-KR" altLang="en-US" sz="1100" b="0" i="0" kern="1200" dirty="0">
                        <a:solidFill>
                          <a:schemeClr val="tx1"/>
                        </a:solidFill>
                      </a:endParaRPr>
                    </a:p>
                    <a:p>
                      <a:pPr marL="0" lvl="1" indent="0" latinLnBrk="1">
                        <a:buFontTx/>
                        <a:buNone/>
                      </a:pPr>
                      <a:endParaRPr lang="ko-KR" altLang="en-US" sz="1100" b="0" i="0" kern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23481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100" b="0" i="0" kern="12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endParaRPr lang="ko-KR" altLang="en-US" sz="1100" b="0" i="0" kern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23481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endParaRPr lang="ko-KR" altLang="en-US" sz="1100" b="0" i="0" kern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23481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23481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endParaRPr lang="ko-KR" altLang="en-US" sz="1100" b="0" i="0" kern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4805" y="1186180"/>
            <a:ext cx="6988810" cy="64262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79830"/>
            <a:ext cx="1614805" cy="64262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16B8787C-D05F-4917-AEF4-5C6EDDFA0262}"/>
              </a:ext>
            </a:extLst>
          </p:cNvPr>
          <p:cNvSpPr/>
          <p:nvPr/>
        </p:nvSpPr>
        <p:spPr>
          <a:xfrm>
            <a:off x="635" y="1823085"/>
            <a:ext cx="8602980" cy="40259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0A710FF-E337-4594-BE0F-E1DC729C6982}"/>
              </a:ext>
            </a:extLst>
          </p:cNvPr>
          <p:cNvSpPr txBox="1"/>
          <p:nvPr/>
        </p:nvSpPr>
        <p:spPr>
          <a:xfrm>
            <a:off x="6864350" y="1432560"/>
            <a:ext cx="1614805" cy="3079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로그인 </a:t>
            </a:r>
            <a:r>
              <a:rPr lang="en-US" altLang="ko-KR" sz="1400" dirty="0"/>
              <a:t>| </a:t>
            </a:r>
            <a:r>
              <a:rPr lang="ko-KR" altLang="en-US" sz="1400" dirty="0"/>
              <a:t>회원가입</a:t>
            </a:r>
          </a:p>
        </p:txBody>
      </p:sp>
      <p:sp>
        <p:nvSpPr>
          <p:cNvPr id="57" name="도형 2"/>
          <p:cNvSpPr>
            <a:spLocks/>
          </p:cNvSpPr>
          <p:nvPr/>
        </p:nvSpPr>
        <p:spPr>
          <a:xfrm>
            <a:off x="145415" y="2149475"/>
            <a:ext cx="2741295" cy="336931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>
            <a:noAutofit/>
          </a:bodyPr>
          <a:lstStyle/>
          <a:p>
            <a:pPr marL="0" indent="0" algn="ctr" hangingPunct="1"/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58" name="도형 3"/>
          <p:cNvSpPr>
            <a:spLocks/>
          </p:cNvSpPr>
          <p:nvPr/>
        </p:nvSpPr>
        <p:spPr>
          <a:xfrm>
            <a:off x="2874010" y="2149475"/>
            <a:ext cx="5603240" cy="336931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>
            <a:noAutofit/>
          </a:bodyPr>
          <a:lstStyle/>
          <a:p>
            <a:pPr marL="0" indent="0" algn="ctr" hangingPunct="1"/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62" name="도형 9"/>
          <p:cNvSpPr>
            <a:spLocks/>
          </p:cNvSpPr>
          <p:nvPr/>
        </p:nvSpPr>
        <p:spPr>
          <a:xfrm>
            <a:off x="247650" y="3065441"/>
            <a:ext cx="2439670" cy="22415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>
            <a:noAutofit/>
          </a:bodyPr>
          <a:lstStyle/>
          <a:p>
            <a:pPr marL="0" indent="0" algn="ctr" hangingPunct="1"/>
            <a:endParaRPr lang="ko-KR" altLang="en-US" sz="1000">
              <a:solidFill>
                <a:schemeClr val="bg1">
                  <a:lumMod val="85000"/>
                  <a:lumOff val="0"/>
                </a:schemeClr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63" name="도형 10"/>
          <p:cNvSpPr>
            <a:spLocks/>
          </p:cNvSpPr>
          <p:nvPr/>
        </p:nvSpPr>
        <p:spPr>
          <a:xfrm>
            <a:off x="247650" y="3367701"/>
            <a:ext cx="501650" cy="182245"/>
          </a:xfrm>
          <a:prstGeom prst="roundRect">
            <a:avLst/>
          </a:prstGeom>
          <a:solidFill>
            <a:schemeClr val="tx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>
            <a:noAutofit/>
          </a:bodyPr>
          <a:lstStyle/>
          <a:p>
            <a:pPr marL="0" indent="0" algn="ctr" hangingPunct="1"/>
            <a:r>
              <a:rPr lang="ko-KR" sz="1000">
                <a:latin typeface="맑은 고딕" charset="0"/>
                <a:ea typeface="맑은 고딕" charset="0"/>
              </a:rPr>
              <a:t>제출</a:t>
            </a:r>
            <a:endParaRPr lang="ko-KR" altLang="en-US" sz="1000">
              <a:latin typeface="맑은 고딕" charset="0"/>
              <a:ea typeface="맑은 고딕" charset="0"/>
            </a:endParaRPr>
          </a:p>
        </p:txBody>
      </p:sp>
      <p:sp>
        <p:nvSpPr>
          <p:cNvPr id="64" name="텍스트 상자 13"/>
          <p:cNvSpPr txBox="1">
            <a:spLocks/>
          </p:cNvSpPr>
          <p:nvPr/>
        </p:nvSpPr>
        <p:spPr>
          <a:xfrm>
            <a:off x="169545" y="2784327"/>
            <a:ext cx="1050925" cy="308610"/>
          </a:xfrm>
          <a:prstGeom prst="rect">
            <a:avLst/>
          </a:prstGeom>
          <a:noFill/>
          <a:ln>
            <a:noFill/>
            <a:prstDash/>
          </a:ln>
        </p:spPr>
        <p:txBody>
          <a:bodyPr vert="horz" wrap="square" lIns="89535" tIns="46355" rIns="89535" bIns="46355" anchor="t">
            <a:spAutoFit/>
          </a:bodyPr>
          <a:lstStyle/>
          <a:p>
            <a:pPr marL="0" indent="0" algn="l" hangingPunct="1"/>
            <a:r>
              <a:rPr sz="1400" err="1">
                <a:latin typeface="맑은 고딕" charset="0"/>
                <a:ea typeface="맑은 고딕" charset="0"/>
              </a:rPr>
              <a:t>회사</a:t>
            </a:r>
            <a:r>
              <a:rPr lang="ko-KR" sz="1400" dirty="0">
                <a:latin typeface="맑은 고딕" charset="0"/>
                <a:ea typeface="맑은 고딕" charset="0"/>
              </a:rPr>
              <a:t> </a:t>
            </a:r>
            <a:r>
              <a:rPr lang="ko-KR" altLang="en-US" sz="1400" dirty="0">
                <a:latin typeface="맑은 고딕" charset="0"/>
                <a:ea typeface="맑은 고딕" charset="0"/>
              </a:rPr>
              <a:t>주소</a:t>
            </a:r>
          </a:p>
        </p:txBody>
      </p:sp>
      <p:sp>
        <p:nvSpPr>
          <p:cNvPr id="65" name="도형 14"/>
          <p:cNvSpPr>
            <a:spLocks/>
          </p:cNvSpPr>
          <p:nvPr/>
        </p:nvSpPr>
        <p:spPr>
          <a:xfrm>
            <a:off x="3049270" y="2385060"/>
            <a:ext cx="5277485" cy="2905125"/>
          </a:xfrm>
          <a:prstGeom prst="rect">
            <a:avLst/>
          </a:prstGeom>
          <a:solidFill>
            <a:schemeClr val="bg1">
              <a:lumMod val="95000"/>
              <a:lumOff val="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ko-KR" sz="1800">
                <a:solidFill>
                  <a:schemeClr val="accent5">
                    <a:lumMod val="60000"/>
                    <a:lumOff val="40000"/>
                  </a:schemeClr>
                </a:solidFill>
                <a:latin typeface="맑은 고딕" charset="0"/>
                <a:ea typeface="맑은 고딕" charset="0"/>
              </a:rPr>
              <a:t>챗봇</a:t>
            </a:r>
            <a:endParaRPr lang="ko-KR" altLang="en-US" sz="1800">
              <a:solidFill>
                <a:schemeClr val="accent5">
                  <a:lumMod val="60000"/>
                  <a:lumOff val="40000"/>
                </a:schemeClr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67" name="도형 17"/>
          <p:cNvSpPr>
            <a:spLocks/>
          </p:cNvSpPr>
          <p:nvPr/>
        </p:nvSpPr>
        <p:spPr>
          <a:xfrm>
            <a:off x="2493645" y="2897166"/>
            <a:ext cx="254000" cy="241935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>
            <a:noAutofit/>
          </a:bodyPr>
          <a:lstStyle/>
          <a:p>
            <a:pPr marL="0" indent="0" algn="ctr" hangingPunct="1"/>
            <a:r>
              <a:rPr lang="en-US" sz="1800" dirty="0">
                <a:latin typeface="맑은 고딕" charset="0"/>
                <a:ea typeface="맑은 고딕" charset="0"/>
              </a:rPr>
              <a:t>1</a:t>
            </a:r>
            <a:endParaRPr lang="ko-KR" altLang="en-US" sz="1800" dirty="0">
              <a:latin typeface="맑은 고딕" charset="0"/>
              <a:ea typeface="맑은 고딕" charset="0"/>
            </a:endParaRPr>
          </a:p>
        </p:txBody>
      </p:sp>
      <p:sp>
        <p:nvSpPr>
          <p:cNvPr id="68" name="도형 18"/>
          <p:cNvSpPr>
            <a:spLocks/>
          </p:cNvSpPr>
          <p:nvPr/>
        </p:nvSpPr>
        <p:spPr>
          <a:xfrm>
            <a:off x="247650" y="4141618"/>
            <a:ext cx="2439670" cy="22415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>
            <a:noAutofit/>
          </a:bodyPr>
          <a:lstStyle/>
          <a:p>
            <a:pPr marL="0" indent="0" algn="ctr" hangingPunct="1"/>
            <a:endParaRPr lang="ko-KR" altLang="en-US" sz="1000">
              <a:solidFill>
                <a:schemeClr val="bg1">
                  <a:lumMod val="85000"/>
                  <a:lumOff val="0"/>
                </a:schemeClr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69" name="도형 19"/>
          <p:cNvSpPr>
            <a:spLocks/>
          </p:cNvSpPr>
          <p:nvPr/>
        </p:nvSpPr>
        <p:spPr>
          <a:xfrm>
            <a:off x="247650" y="4443878"/>
            <a:ext cx="501650" cy="182245"/>
          </a:xfrm>
          <a:prstGeom prst="roundRect">
            <a:avLst/>
          </a:prstGeom>
          <a:solidFill>
            <a:schemeClr val="tx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>
            <a:noAutofit/>
          </a:bodyPr>
          <a:lstStyle/>
          <a:p>
            <a:pPr marL="0" indent="0" algn="ctr" hangingPunct="1"/>
            <a:r>
              <a:rPr lang="ko-KR" sz="1000">
                <a:latin typeface="맑은 고딕" charset="0"/>
                <a:ea typeface="맑은 고딕" charset="0"/>
              </a:rPr>
              <a:t>제출</a:t>
            </a:r>
            <a:endParaRPr lang="ko-KR" altLang="en-US" sz="1000">
              <a:latin typeface="맑은 고딕" charset="0"/>
              <a:ea typeface="맑은 고딕" charset="0"/>
            </a:endParaRPr>
          </a:p>
        </p:txBody>
      </p:sp>
      <p:sp>
        <p:nvSpPr>
          <p:cNvPr id="70" name="텍스트 상자 20"/>
          <p:cNvSpPr txBox="1">
            <a:spLocks/>
          </p:cNvSpPr>
          <p:nvPr/>
        </p:nvSpPr>
        <p:spPr>
          <a:xfrm>
            <a:off x="169545" y="3840628"/>
            <a:ext cx="1050925" cy="308610"/>
          </a:xfrm>
          <a:prstGeom prst="rect">
            <a:avLst/>
          </a:prstGeom>
          <a:noFill/>
          <a:ln>
            <a:noFill/>
            <a:prstDash/>
          </a:ln>
        </p:spPr>
        <p:txBody>
          <a:bodyPr vert="horz" wrap="square" lIns="89535" tIns="46355" rIns="89535" bIns="46355" anchor="t">
            <a:spAutoFit/>
          </a:bodyPr>
          <a:lstStyle/>
          <a:p>
            <a:pPr marL="0" indent="0" algn="l" hangingPunct="1"/>
            <a:r>
              <a:rPr lang="ko-KR" altLang="en-US" sz="1400" dirty="0">
                <a:latin typeface="맑은 고딕" charset="0"/>
                <a:ea typeface="맑은 고딕" charset="0"/>
              </a:rPr>
              <a:t>희</a:t>
            </a:r>
            <a:r>
              <a:rPr sz="1400" dirty="0">
                <a:latin typeface="맑은 고딕" charset="0"/>
                <a:ea typeface="맑은 고딕" charset="0"/>
              </a:rPr>
              <a:t>망 </a:t>
            </a:r>
            <a:r>
              <a:rPr sz="1400" dirty="0" err="1">
                <a:latin typeface="맑은 고딕" charset="0"/>
                <a:ea typeface="맑은 고딕" charset="0"/>
              </a:rPr>
              <a:t>부서</a:t>
            </a:r>
            <a:endParaRPr lang="ko-KR" altLang="en-US" sz="1400" dirty="0">
              <a:latin typeface="맑은 고딕" charset="0"/>
              <a:ea typeface="맑은 고딕" charset="0"/>
            </a:endParaRPr>
          </a:p>
        </p:txBody>
      </p:sp>
      <p:sp>
        <p:nvSpPr>
          <p:cNvPr id="71" name="도형 21"/>
          <p:cNvSpPr>
            <a:spLocks/>
          </p:cNvSpPr>
          <p:nvPr/>
        </p:nvSpPr>
        <p:spPr>
          <a:xfrm>
            <a:off x="2493645" y="3973343"/>
            <a:ext cx="254000" cy="241935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>
            <a:noAutofit/>
          </a:bodyPr>
          <a:lstStyle/>
          <a:p>
            <a:pPr marL="0" indent="0" algn="ctr" hangingPunct="1"/>
            <a:r>
              <a:rPr lang="en-US" sz="1800" dirty="0">
                <a:latin typeface="맑은 고딕" charset="0"/>
                <a:ea typeface="맑은 고딕" charset="0"/>
              </a:rPr>
              <a:t>1</a:t>
            </a:r>
            <a:endParaRPr lang="ko-KR" altLang="en-US" sz="1800" dirty="0">
              <a:latin typeface="맑은 고딕" charset="0"/>
              <a:ea typeface="맑은 고딕" charset="0"/>
            </a:endParaRPr>
          </a:p>
        </p:txBody>
      </p:sp>
      <p:sp>
        <p:nvSpPr>
          <p:cNvPr id="72" name="도형 22"/>
          <p:cNvSpPr>
            <a:spLocks/>
          </p:cNvSpPr>
          <p:nvPr/>
        </p:nvSpPr>
        <p:spPr>
          <a:xfrm>
            <a:off x="2958465" y="2263775"/>
            <a:ext cx="254000" cy="241935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>
            <a:noAutofit/>
          </a:bodyPr>
          <a:lstStyle/>
          <a:p>
            <a:pPr marL="0" indent="0" algn="ctr" hangingPunct="1"/>
            <a:r>
              <a:rPr lang="en-US" sz="1800" dirty="0">
                <a:latin typeface="맑은 고딕" charset="0"/>
                <a:ea typeface="맑은 고딕" charset="0"/>
              </a:rPr>
              <a:t>2</a:t>
            </a:r>
            <a:endParaRPr lang="ko-KR" altLang="en-US" sz="1800" dirty="0">
              <a:latin typeface="맑은 고딕" charset="0"/>
              <a:ea typeface="맑은 고딕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233755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</TotalTime>
  <Pages>4</Pages>
  <Words>527</Words>
  <Characters>0</Characters>
  <Application>Microsoft Office PowerPoint</Application>
  <DocSecurity>0</DocSecurity>
  <PresentationFormat>와이드스크린</PresentationFormat>
  <Lines>0</Lines>
  <Paragraphs>232</Paragraphs>
  <Slides>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1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CharactersWithSpaces>0</CharactersWithSpaces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User</cp:lastModifiedBy>
  <cp:revision>4</cp:revision>
  <dcterms:modified xsi:type="dcterms:W3CDTF">2026-02-19T01:16:53Z</dcterms:modified>
  <cp:version>10.105.293.56114</cp:version>
</cp:coreProperties>
</file>