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670" r:id="rId13"/>
  </p:sldMasterIdLst>
  <p:sldIdLst>
    <p:sldId id="258" r:id="rId15"/>
    <p:sldId id="262" r:id="rId16"/>
    <p:sldId id="263" r:id="rId17"/>
    <p:sldId id="261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5" d="100"/>
          <a:sy n="95" d="100"/>
        </p:scale>
        <p:origin x="7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13" Type="http://schemas.openxmlformats.org/officeDocument/2006/relationships/slideMaster" Target="slideMasters/slideMaster1.xml"></Relationship><Relationship Id="rId14" Type="http://schemas.openxmlformats.org/officeDocument/2006/relationships/theme" Target="theme/theme1.xml"></Relationship><Relationship Id="rId15" Type="http://schemas.openxmlformats.org/officeDocument/2006/relationships/slide" Target="slides/slide1.xml"></Relationship><Relationship Id="rId16" Type="http://schemas.openxmlformats.org/officeDocument/2006/relationships/slide" Target="slides/slide2.xml"></Relationship><Relationship Id="rId17" Type="http://schemas.openxmlformats.org/officeDocument/2006/relationships/slide" Target="slides/slide3.xml"></Relationship><Relationship Id="rId18" Type="http://schemas.openxmlformats.org/officeDocument/2006/relationships/slide" Target="slides/slide4.xml"></Relationship><Relationship Id="rId19" Type="http://schemas.openxmlformats.org/officeDocument/2006/relationships/viewProps" Target="viewProps.xml"></Relationship><Relationship Id="rId20" Type="http://schemas.openxmlformats.org/officeDocument/2006/relationships/presProps" Target="presProps.xml"></Relationship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4A6F4-C8D4-DB8B-73E4-3D178C5444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8207499-825C-B9C8-646B-AF7C2CAF53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3E4B09-16CF-2753-2E83-2247BF182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F9FB3-2CD1-4D44-960D-916E49AE9A8D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D95115-F59A-3DA2-4E61-58E9AA990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D99476-EDDA-EFC9-1A78-38D8A3767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D840-C91C-4E87-9ADE-CA95CF79C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854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49B083-EE68-5AEE-A055-5982CBF45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544C7-DF2D-3659-058E-A7A590B2C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C62733-31BD-5682-8660-E805A8E3B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F9FB3-2CD1-4D44-960D-916E49AE9A8D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2E809B-A0DC-DEF8-5ED5-9601E45CE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728357-689D-C730-2680-4A9728986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D840-C91C-4E87-9ADE-CA95CF79C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4495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E5C0C6-AA05-006B-054E-40A3387B6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F4A51D-3AC8-A592-3FE4-B03B9A9318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91BE93-510C-00EC-CEB0-944DD4292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F9FB3-2CD1-4D44-960D-916E49AE9A8D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82CE79-8970-E733-2B8D-7B6CF3B73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88F34E-6DFC-D6E2-646B-580ADF8A5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D840-C91C-4E87-9ADE-CA95CF79C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4409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EBA546-69E0-D7D6-AADA-3160937C7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F08457-5A79-3F91-8AF5-46EE1BB42E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A10BD2-EA9F-A5A6-4842-A6AE6EBECA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883518-6B6A-FB92-7891-CB510B3CD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F9FB3-2CD1-4D44-960D-916E49AE9A8D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9E7900-73A9-8121-3D75-7A878DC8A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6DD6E9-C7C1-E724-9FB8-D199CC28B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D840-C91C-4E87-9ADE-CA95CF79C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6000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97F38E-BDE4-6E08-1B99-6F777AF24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5A06AD-A2FE-5C8E-92FA-E893D2E7BC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EB446F4-AA79-8597-C54D-C746910EF6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3DADBC9-F19B-0882-AB7A-7FA86A61E2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CFADD55-998C-CCC9-59AE-97D4F5F9E4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50C6C21-B399-2B6E-7FBF-6F9AA389A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F9FB3-2CD1-4D44-960D-916E49AE9A8D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6376D58-1A30-40A5-70D5-D6F81DB02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88CF3B6-5D79-39F5-949C-2DC579C99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D840-C91C-4E87-9ADE-CA95CF79C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6566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718DEA-8F28-21EE-9D5C-D6E76384A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8AA2B01-9D16-EBCE-512E-090C074B0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F9FB3-2CD1-4D44-960D-916E49AE9A8D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E6B3C4E-1ACB-1FFF-B599-FC3CE83E6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A94D119-9411-31F7-5DDF-3760E07E2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D840-C91C-4E87-9ADE-CA95CF79C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2032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EB9B424-7D0A-298B-9ECB-1886F4955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F9FB3-2CD1-4D44-960D-916E49AE9A8D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909CEEC-7E1B-950F-21D4-DD9FC8BA5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C82D6D-F4F7-E562-A8C8-75E6FD90B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D840-C91C-4E87-9ADE-CA95CF79C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198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31721-2A28-241C-6E21-7F00F3949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F04AF5-05F7-2313-A6DC-664294C93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C43E805-E6EA-61EE-CAE1-3FD1B79D22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032AE1-3053-D3B5-E90D-397C26DAD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F9FB3-2CD1-4D44-960D-916E49AE9A8D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957E43-2625-D959-BAB3-65DCCF36E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F72280-4845-3AF7-D7C0-58A683119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D840-C91C-4E87-9ADE-CA95CF79C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1648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3BDDD1-F85C-3797-710B-2AC41F0FE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817A89A-5688-121E-C7DA-29845A0957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5BBC2A3-13AC-086B-4EDE-8FF7A24EA3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C598460-1080-2F0C-C706-2DD4C24A2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F9FB3-2CD1-4D44-960D-916E49AE9A8D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EF44486-2E29-8DA0-2B8E-06FA99D85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B2A659-18BE-D7D6-0D63-6DFA15E40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D840-C91C-4E87-9ADE-CA95CF79C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442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E1EED3-0856-F40A-1C34-9C41B3B47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A6BD5F-72DA-92BA-0BC3-644F9FF2E9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0CA111-A093-FCA0-4AB9-AC346C052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F9FB3-2CD1-4D44-960D-916E49AE9A8D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35B4D2-990A-8B18-6B1D-A2C8F8267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5D3FFE-4B1C-6AB9-C716-08F8C218B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D840-C91C-4E87-9ADE-CA95CF79C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791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AC7DD6F-3963-CA67-7202-D2DEBE8FEC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C4498E3-2536-9611-E6F8-7EC5786DBF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1DC528-CF45-E435-CEFC-BF7448398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F9FB3-2CD1-4D44-960D-916E49AE9A8D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EECF64-127E-E1FC-2557-433D06D30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CD0C42-0489-4C57-1538-0059C8A65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D840-C91C-4E87-9ADE-CA95CF79C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8204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C123606-E183-50D2-B829-30C817808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66AA26-1C78-F419-16AC-D39C9C8CF5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304444-7FDC-462B-C52E-D2D0BC048E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1F9FB3-2CD1-4D44-960D-916E49AE9A8D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DAD9D6-DB79-9A8B-74B8-B93FECFD96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828D61-BFF7-F59A-9D62-E10221F16F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E2D840-C91C-4E87-9ADE-CA95CF79C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2458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/>
          <p:cNvGraphicFramePr>
            <a:graphicFrameLocks noGrp="1"/>
          </p:cNvGraphicFramePr>
          <p:nvPr/>
        </p:nvGraphicFramePr>
        <p:xfrm>
          <a:off x="0" y="0"/>
          <a:ext cx="12192001" cy="1183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  <a:gridCol w="2032000"/>
                <a:gridCol w="2032000"/>
                <a:gridCol w="2032000"/>
              </a:tblGrid>
              <a:tr h="39433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400" kern="1200" i="0" b="0">
                          <a:solidFill>
                            <a:schemeClr val="tx1"/>
                          </a:solidFill>
                        </a:rPr>
                        <a:t>프로젝트 명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89535" marR="89535" marT="89535" marB="89535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ko-KR" altLang="en-US" sz="14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89535" marR="89535" marT="89535" marB="89535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400" kern="1200" i="0" b="0">
                          <a:solidFill>
                            <a:schemeClr val="tx1"/>
                          </a:solidFill>
                        </a:rPr>
                        <a:t>화면코드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89535" marR="89535" marT="89535" marB="8953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ko-KR" sz="1400" kern="1200" i="0" b="0">
                          <a:solidFill>
                            <a:schemeClr val="tx1"/>
                          </a:solidFill>
                        </a:rPr>
                        <a:t>L</a:t>
                      </a:r>
                      <a:r>
                        <a:rPr lang="ko-KR" altLang="ko-KR" sz="1400" kern="1200" i="0" b="0">
                          <a:solidFill>
                            <a:schemeClr val="tx1"/>
                          </a:solidFill>
                        </a:rPr>
                        <a:t>ogin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89535" marR="89535" marT="89535" marB="8953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400" kern="1200" i="0" b="0">
                          <a:solidFill>
                            <a:schemeClr val="tx1"/>
                          </a:solidFill>
                        </a:rPr>
                        <a:t>버전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89535" marR="89535" marT="89535" marB="89535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14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89535" marR="89535" marT="89535" marB="89535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400" kern="1200" i="0" b="0">
                          <a:solidFill>
                            <a:schemeClr val="tx1"/>
                          </a:solidFill>
                        </a:rPr>
                        <a:t>작성자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89535" marR="89535" marT="89535" marB="89535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400" kern="1200" i="0" b="0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89535" marR="89535" marT="89535" marB="89535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v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400" kern="1200" i="0" b="0">
                          <a:solidFill>
                            <a:schemeClr val="tx1"/>
                          </a:solidFill>
                        </a:rPr>
                        <a:t>일자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89535" marR="89535" marT="89535" marB="89535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400" kern="1200" i="0" b="0">
                          <a:solidFill>
                            <a:schemeClr val="tx1"/>
                          </a:solidFill>
                        </a:rPr>
                        <a:t>2026-02-12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89535" marR="89535" marT="89535" marB="89535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94335">
                <a:tc gridSpan="6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400" kern="1200" i="0" b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kern="1200" i="0" b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ko-KR" sz="1400" kern="1200" i="0" b="0">
                          <a:solidFill>
                            <a:schemeClr val="tx1"/>
                          </a:solidFill>
                        </a:rPr>
                        <a:t>로그인화면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89535" marR="89535" marT="89535" marB="89535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8603615" y="1179830"/>
          <a:ext cx="3587750" cy="5675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505"/>
                <a:gridCol w="3230245"/>
              </a:tblGrid>
              <a:tr h="514985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600" kern="1200" i="0" b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737235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600" kern="1200" i="0" b="0">
                          <a:solidFill>
                            <a:schemeClr val="tx1"/>
                          </a:solidFill>
                        </a:rPr>
                        <a:t>헤더</a:t>
                      </a:r>
                      <a:endParaRPr lang="ko-KR" altLang="en-US" sz="16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73723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i="0" b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 lvl="1">
                        <a:buFontTx/>
                        <a:buNone/>
                      </a:pPr>
                      <a:r>
                        <a:rPr lang="ko-KR" altLang="ko-KR" sz="1200" kern="1200" i="0" b="0">
                          <a:solidFill>
                            <a:schemeClr val="dk1"/>
                          </a:solidFill>
                          <a:latin typeface="맑은 고딕" charset="0"/>
                          <a:ea typeface="+mn-ea"/>
                          <a:cs typeface="+mn-cs"/>
                        </a:rPr>
                        <a:t>이력서 </a:t>
                      </a:r>
                      <a:r>
                        <a:rPr lang="ko-KR" altLang="ko-KR" sz="1200" kern="1200" i="0" b="0">
                          <a:solidFill>
                            <a:schemeClr val="dk1"/>
                          </a:solidFill>
                          <a:latin typeface="맑은 고딕" charset="0"/>
                          <a:ea typeface="+mn-ea"/>
                          <a:cs typeface="+mn-cs"/>
                        </a:rPr>
                        <a:t>저장 </a:t>
                      </a:r>
                      <a:r>
                        <a:rPr lang="ko-KR" altLang="ko-KR" sz="1200" kern="1200" i="0" b="0">
                          <a:solidFill>
                            <a:schemeClr val="dk1"/>
                          </a:solidFill>
                          <a:latin typeface="맑은 고딕" charset="0"/>
                          <a:ea typeface="+mn-ea"/>
                          <a:cs typeface="+mn-cs"/>
                        </a:rPr>
                        <a:t>=</a:t>
                      </a:r>
                      <a:r>
                        <a:rPr lang="ko-KR" altLang="ko-KR" sz="1200" kern="1200" i="0" b="0">
                          <a:solidFill>
                            <a:schemeClr val="dk1"/>
                          </a:solidFill>
                          <a:latin typeface="맑은 고딕" charset="0"/>
                          <a:ea typeface="+mn-ea"/>
                          <a:cs typeface="+mn-cs"/>
                        </a:rPr>
                        <a:t>&gt; 로그인 필요</a:t>
                      </a:r>
                      <a:endParaRPr lang="ko-KR" altLang="en-US" sz="1200" kern="1200" i="0" b="0">
                        <a:solidFill>
                          <a:schemeClr val="dk1"/>
                        </a:solidFill>
                        <a:latin typeface="맑은 고딕" charset="0"/>
                        <a:ea typeface="+mn-ea"/>
                        <a:cs typeface="+mn-cs"/>
                      </a:endParaRPr>
                    </a:p>
                  </a:txBody>
                  <a:tcPr marL="91440" marR="91440" marT="45720" marB="45720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723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 i="0" b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100" kern="1200" i="0" b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 lvl="1">
                        <a:buFontTx/>
                        <a:buNone/>
                      </a:pPr>
                      <a:r>
                        <a:rPr lang="ko-KR" altLang="en-US" sz="1100" kern="1200" i="0" b="0">
                          <a:solidFill>
                            <a:schemeClr val="tx1"/>
                          </a:solidFill>
                        </a:rPr>
                        <a:t>회원이 </a:t>
                      </a:r>
                      <a:r>
                        <a:rPr lang="ko-KR" altLang="en-US" sz="1100" kern="1200" i="0" b="0">
                          <a:solidFill>
                            <a:schemeClr val="tx1"/>
                          </a:solidFill>
                        </a:rPr>
                        <a:t>아닐시 =&gt; 회원가입 클릭</a:t>
                      </a:r>
                      <a:r>
                        <a:rPr lang="ko-KR" altLang="en-US" sz="1100" kern="1200" i="0" b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kern="1200" i="0" b="0">
                          <a:solidFill>
                            <a:schemeClr val="tx1"/>
                          </a:solidFill>
                        </a:rPr>
                        <a:t>후 회원가입 페이지 이동</a:t>
                      </a:r>
                      <a:endParaRPr lang="ko-KR" altLang="en-US" sz="11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723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11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 lvl="1">
                        <a:buFontTx/>
                        <a:buNone/>
                      </a:pPr>
                      <a:endParaRPr lang="ko-KR" altLang="en-US" sz="11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723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11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 lvl="1">
                        <a:buFontTx/>
                        <a:buNone/>
                      </a:pPr>
                      <a:endParaRPr lang="ko-KR" altLang="en-US" sz="11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723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11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 lvl="1">
                        <a:buFontTx/>
                        <a:buNone/>
                      </a:pPr>
                      <a:endParaRPr lang="ko-KR" altLang="en-US" sz="11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723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11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 lvl="1">
                        <a:buFontTx/>
                        <a:buNone/>
                      </a:pPr>
                      <a:endParaRPr lang="ko-KR" altLang="en-US" sz="11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4805" y="1186180"/>
            <a:ext cx="6988810" cy="6426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79830"/>
            <a:ext cx="1614805" cy="64262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4" name="직사각형 53"/>
          <p:cNvSpPr>
            <a:spLocks/>
          </p:cNvSpPr>
          <p:nvPr/>
        </p:nvSpPr>
        <p:spPr>
          <a:xfrm rot="0">
            <a:off x="43180" y="1829435"/>
            <a:ext cx="8603615" cy="4026535"/>
          </a:xfrm>
          <a:prstGeom prst="rect"/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864350" y="1432560"/>
            <a:ext cx="161480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로그인 </a:t>
            </a:r>
            <a:r>
              <a:rPr lang="en-US" altLang="ko-KR" sz="1400" dirty="0"/>
              <a:t>| </a:t>
            </a:r>
            <a:r>
              <a:rPr lang="ko-KR" altLang="en-US" sz="1400" dirty="0"/>
              <a:t>회원가입</a:t>
            </a:r>
          </a:p>
        </p:txBody>
      </p:sp>
      <p:sp>
        <p:nvSpPr>
          <p:cNvPr id="57" name="도형 2"/>
          <p:cNvSpPr>
            <a:spLocks/>
          </p:cNvSpPr>
          <p:nvPr/>
        </p:nvSpPr>
        <p:spPr>
          <a:xfrm rot="0">
            <a:off x="2904490" y="2898140"/>
            <a:ext cx="2789555" cy="1515745"/>
          </a:xfrm>
          <a:prstGeom prst="roundRec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latin typeface="맑은 고딕" charset="0"/>
                <a:ea typeface="맑은 고딕" charset="0"/>
              </a:rPr>
              <a:t>로그인이 </a:t>
            </a:r>
            <a:r>
              <a:rPr lang="ko-KR" sz="1800">
                <a:latin typeface="맑은 고딕" charset="0"/>
                <a:ea typeface="맑은 고딕" charset="0"/>
              </a:rPr>
              <a:t>필</a:t>
            </a:r>
            <a:r>
              <a:rPr lang="ko-KR" sz="1800">
                <a:latin typeface="맑은 고딕" charset="0"/>
                <a:ea typeface="맑은 고딕" charset="0"/>
              </a:rPr>
              <a:t>요합니다!</a:t>
            </a:r>
            <a:endParaRPr lang="ko-KR" altLang="en-US" sz="1800">
              <a:latin typeface="맑은 고딕" charset="0"/>
              <a:ea typeface="맑은 고딕" charset="0"/>
            </a:endParaRPr>
          </a:p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  <a:p>
            <a:pPr marL="0" indent="0" algn="ctr" hangingPunct="1"/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아이디</a:t>
            </a:r>
            <a:r>
              <a:rPr lang="ko-KR" sz="1800">
                <a:latin typeface="맑은 고딕" charset="0"/>
                <a:ea typeface="맑은 고딕" charset="0"/>
              </a:rPr>
              <a:t>  </a:t>
            </a:r>
            <a:r>
              <a:rPr lang="ko-KR" sz="1800">
                <a:latin typeface="맑은 고딕" charset="0"/>
                <a:ea typeface="맑은 고딕" charset="0"/>
              </a:rPr>
              <a:t>      </a:t>
            </a:r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비밀번호</a:t>
            </a:r>
            <a:endParaRPr lang="ko-KR" altLang="en-US" sz="1800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0" indent="0" algn="ctr" hangingPunct="1"/>
            <a:endParaRPr lang="ko-KR" altLang="en-US" sz="1000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0" indent="0" algn="ctr" hangingPunct="1"/>
            <a:r>
              <a:rPr lang="ko-KR" sz="1000">
                <a:solidFill>
                  <a:schemeClr val="tx1"/>
                </a:solidFill>
                <a:latin typeface="맑은 고딕" charset="0"/>
                <a:ea typeface="맑은 고딕" charset="0"/>
              </a:rPr>
              <a:t>회원이 아니신가요? </a:t>
            </a:r>
            <a:r>
              <a:rPr lang="ko-KR" sz="1000">
                <a:solidFill>
                  <a:schemeClr val="accent2">
                    <a:lumMod val="60000"/>
                    <a:lumOff val="40000"/>
                  </a:schemeClr>
                </a:solidFill>
                <a:latin typeface="맑은 고딕" charset="0"/>
                <a:ea typeface="맑은 고딕" charset="0"/>
              </a:rPr>
              <a:t>회원가입</a:t>
            </a:r>
            <a:endParaRPr lang="ko-KR" altLang="en-US" sz="100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8" name="도형 3"/>
          <p:cNvSpPr>
            <a:spLocks/>
          </p:cNvSpPr>
          <p:nvPr/>
        </p:nvSpPr>
        <p:spPr>
          <a:xfrm rot="0">
            <a:off x="2988945" y="3531870"/>
            <a:ext cx="254635" cy="241935"/>
          </a:xfrm>
          <a:prstGeom prst="rect"/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sz="1800">
                <a:latin typeface="맑은 고딕" charset="0"/>
                <a:ea typeface="맑은 고딕" charset="0"/>
              </a:rPr>
              <a:t>1</a:t>
            </a:r>
            <a:endParaRPr lang="ko-KR" altLang="en-US"/>
          </a:p>
        </p:txBody>
      </p:sp>
      <p:sp>
        <p:nvSpPr>
          <p:cNvPr id="59" name="도형 4"/>
          <p:cNvSpPr>
            <a:spLocks/>
          </p:cNvSpPr>
          <p:nvPr/>
        </p:nvSpPr>
        <p:spPr>
          <a:xfrm rot="0">
            <a:off x="4335145" y="3531870"/>
            <a:ext cx="254635" cy="241935"/>
          </a:xfrm>
          <a:prstGeom prst="rect"/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sz="1800">
                <a:latin typeface="맑은 고딕" charset="0"/>
                <a:ea typeface="맑은 고딕" charset="0"/>
              </a:rPr>
              <a:t>1</a:t>
            </a:r>
            <a:endParaRPr lang="ko-KR" altLang="en-US"/>
          </a:p>
        </p:txBody>
      </p:sp>
      <p:sp>
        <p:nvSpPr>
          <p:cNvPr id="60" name="도형 5"/>
          <p:cNvSpPr>
            <a:spLocks/>
          </p:cNvSpPr>
          <p:nvPr/>
        </p:nvSpPr>
        <p:spPr>
          <a:xfrm rot="0">
            <a:off x="5108575" y="4171950"/>
            <a:ext cx="241935" cy="200025"/>
          </a:xfrm>
          <a:prstGeom prst="rect"/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/>
              <a:t>2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69288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0" y="0"/>
          <a:ext cx="12192001" cy="1183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  <a:gridCol w="2032000"/>
                <a:gridCol w="2032000"/>
                <a:gridCol w="2032000"/>
              </a:tblGrid>
              <a:tr h="39433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400" kern="1200" i="0" b="0">
                          <a:solidFill>
                            <a:schemeClr val="tx1"/>
                          </a:solidFill>
                        </a:rPr>
                        <a:t>프로젝트 명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89535" marR="89535" marT="89535" marB="89535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ko-KR" altLang="en-US" sz="14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89535" marR="89535" marT="89535" marB="89535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400" kern="1200" i="0" b="0">
                          <a:solidFill>
                            <a:schemeClr val="tx1"/>
                          </a:solidFill>
                        </a:rPr>
                        <a:t>화면코드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89535" marR="89535" marT="89535" marB="8953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ko-KR" sz="1400" kern="1200" i="0" b="0">
                          <a:solidFill>
                            <a:schemeClr val="tx1"/>
                          </a:solidFill>
                        </a:rPr>
                        <a:t>Login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89535" marR="89535" marT="89535" marB="8953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400" kern="1200" i="0" b="0">
                          <a:solidFill>
                            <a:schemeClr val="tx1"/>
                          </a:solidFill>
                        </a:rPr>
                        <a:t>버전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89535" marR="89535" marT="89535" marB="89535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14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89535" marR="89535" marT="89535" marB="89535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400" kern="1200" i="0" b="0">
                          <a:solidFill>
                            <a:schemeClr val="tx1"/>
                          </a:solidFill>
                        </a:rPr>
                        <a:t>작성자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89535" marR="89535" marT="89535" marB="89535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400" kern="1200" i="0" b="0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89535" marR="89535" marT="89535" marB="89535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v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400" kern="1200" i="0" b="0">
                          <a:solidFill>
                            <a:schemeClr val="tx1"/>
                          </a:solidFill>
                        </a:rPr>
                        <a:t>일자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89535" marR="89535" marT="89535" marB="89535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400" kern="1200" i="0" b="0">
                          <a:solidFill>
                            <a:schemeClr val="tx1"/>
                          </a:solidFill>
                        </a:rPr>
                        <a:t>2026-02-12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89535" marR="89535" marT="89535" marB="89535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94335">
                <a:tc gridSpan="6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400" kern="1200" i="0" b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kern="1200" i="0" b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ko-KR" sz="1400" kern="1200" i="0" b="0">
                          <a:solidFill>
                            <a:schemeClr val="tx1"/>
                          </a:solidFill>
                        </a:rPr>
                        <a:t>회원가입(개인정보동의서</a:t>
                      </a:r>
                      <a:r>
                        <a:rPr lang="ko-KR" altLang="ko-KR" sz="1400" kern="1200" i="0" b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89535" marR="89535" marT="89535" marB="89535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graphicFrame>
        <p:nvGraphicFramePr>
          <p:cNvPr id="5" name="Table 3"/>
          <p:cNvGraphicFramePr>
            <a:graphicFrameLocks noGrp="1"/>
          </p:cNvGraphicFramePr>
          <p:nvPr/>
        </p:nvGraphicFramePr>
        <p:xfrm>
          <a:off x="8603615" y="1179830"/>
          <a:ext cx="3587750" cy="5675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505"/>
                <a:gridCol w="3230245"/>
              </a:tblGrid>
              <a:tr h="514985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600" kern="1200" i="0" b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737235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600" kern="1200" i="0" b="0">
                          <a:solidFill>
                            <a:schemeClr val="tx1"/>
                          </a:solidFill>
                        </a:rPr>
                        <a:t>헤더</a:t>
                      </a:r>
                      <a:endParaRPr lang="ko-KR" altLang="en-US" sz="16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73723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i="0" b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 lvl="1">
                        <a:buFontTx/>
                        <a:buNone/>
                      </a:pPr>
                      <a:r>
                        <a:rPr lang="ko-KR" altLang="ko-KR" sz="1200" kern="1200" i="0" b="0">
                          <a:solidFill>
                            <a:schemeClr val="dk1"/>
                          </a:solidFill>
                          <a:latin typeface="맑은 고딕" charset="0"/>
                          <a:ea typeface="+mn-ea"/>
                          <a:cs typeface="+mn-cs"/>
                        </a:rPr>
                        <a:t>회원가입을 </a:t>
                      </a:r>
                      <a:r>
                        <a:rPr lang="ko-KR" altLang="ko-KR" sz="1200" kern="1200" i="0" b="0">
                          <a:solidFill>
                            <a:schemeClr val="dk1"/>
                          </a:solidFill>
                          <a:latin typeface="맑은 고딕" charset="0"/>
                          <a:ea typeface="+mn-ea"/>
                          <a:cs typeface="+mn-cs"/>
                        </a:rPr>
                        <a:t>위한 개인정보동의서 체크</a:t>
                      </a:r>
                      <a:endParaRPr lang="ko-KR" altLang="en-US" sz="1200" kern="1200" i="0" b="0">
                        <a:solidFill>
                          <a:schemeClr val="dk1"/>
                        </a:solidFill>
                        <a:latin typeface="맑은 고딕" charset="0"/>
                        <a:ea typeface="+mn-ea"/>
                        <a:cs typeface="+mn-cs"/>
                      </a:endParaRPr>
                    </a:p>
                  </a:txBody>
                  <a:tcPr marL="91440" marR="91440" marT="45720" marB="45720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723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 i="0" b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100" kern="1200" i="0" b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 lvl="1">
                        <a:buFontTx/>
                        <a:buNone/>
                      </a:pPr>
                      <a:r>
                        <a:rPr lang="ko-KR" altLang="en-US" sz="1100" kern="1200" i="0" b="0">
                          <a:solidFill>
                            <a:schemeClr val="tx1"/>
                          </a:solidFill>
                        </a:rPr>
                        <a:t>다음 </a:t>
                      </a:r>
                      <a:r>
                        <a:rPr lang="ko-KR" altLang="en-US" sz="1100" kern="1200" i="0" b="0">
                          <a:solidFill>
                            <a:schemeClr val="tx1"/>
                          </a:solidFill>
                        </a:rPr>
                        <a:t>클릭시 =&gt; 회원</a:t>
                      </a:r>
                      <a:r>
                        <a:rPr lang="ko-KR" altLang="en-US" sz="1100" kern="1200" i="0" b="0">
                          <a:solidFill>
                            <a:schemeClr val="tx1"/>
                          </a:solidFill>
                        </a:rPr>
                        <a:t>가입 </a:t>
                      </a:r>
                      <a:r>
                        <a:rPr lang="ko-KR" altLang="en-US" sz="1100" kern="1200" i="0" b="0">
                          <a:solidFill>
                            <a:schemeClr val="tx1"/>
                          </a:solidFill>
                        </a:rPr>
                        <a:t>페이지</a:t>
                      </a:r>
                      <a:endParaRPr lang="ko-KR" altLang="en-US" sz="11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723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11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 lvl="1">
                        <a:buFontTx/>
                        <a:buNone/>
                      </a:pPr>
                      <a:endParaRPr lang="ko-KR" altLang="en-US" sz="11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723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11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 lvl="1">
                        <a:buFontTx/>
                        <a:buNone/>
                      </a:pPr>
                      <a:endParaRPr lang="ko-KR" altLang="en-US" sz="11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723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11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 lvl="1">
                        <a:buFontTx/>
                        <a:buNone/>
                      </a:pPr>
                      <a:endParaRPr lang="ko-KR" altLang="en-US" sz="11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723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11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 lvl="1">
                        <a:buFontTx/>
                        <a:buNone/>
                      </a:pPr>
                      <a:endParaRPr lang="ko-KR" altLang="en-US" sz="11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Rect 0"/>
          <p:cNvSpPr>
            <a:spLocks/>
          </p:cNvSpPr>
          <p:nvPr/>
        </p:nvSpPr>
        <p:spPr>
          <a:xfrm rot="0">
            <a:off x="1614805" y="1186180"/>
            <a:ext cx="6989445" cy="643255"/>
          </a:xfrm>
          <a:prstGeom prst="rect"/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Rect 0"/>
          <p:cNvSpPr>
            <a:spLocks/>
          </p:cNvSpPr>
          <p:nvPr/>
        </p:nvSpPr>
        <p:spPr>
          <a:xfrm rot="0">
            <a:off x="0" y="1179830"/>
            <a:ext cx="1615440" cy="643255"/>
          </a:xfrm>
          <a:prstGeom prst="rect"/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ko-KR" altLang="en-US"/>
              <a:t>로고</a:t>
            </a:r>
            <a:endParaRPr lang="ko-KR" altLang="en-US"/>
          </a:p>
        </p:txBody>
      </p:sp>
      <p:sp>
        <p:nvSpPr>
          <p:cNvPr id="54" name="Rect 0"/>
          <p:cNvSpPr>
            <a:spLocks/>
          </p:cNvSpPr>
          <p:nvPr/>
        </p:nvSpPr>
        <p:spPr>
          <a:xfrm rot="0">
            <a:off x="43180" y="1829435"/>
            <a:ext cx="8603615" cy="4026535"/>
          </a:xfrm>
          <a:prstGeom prst="rect"/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56" name="Rect 0"/>
          <p:cNvSpPr txBox="1">
            <a:spLocks/>
          </p:cNvSpPr>
          <p:nvPr/>
        </p:nvSpPr>
        <p:spPr>
          <a:xfrm rot="0">
            <a:off x="6864350" y="1432560"/>
            <a:ext cx="1615440" cy="30861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/>
              <a:t>로그인 </a:t>
            </a:r>
            <a:r>
              <a:rPr lang="en-US" altLang="ko-KR" sz="1400"/>
              <a:t>| </a:t>
            </a:r>
            <a:r>
              <a:rPr lang="ko-KR" altLang="en-US" sz="1400"/>
              <a:t>회원가입</a:t>
            </a:r>
            <a:endParaRPr lang="ko-KR" altLang="en-US" sz="1400"/>
          </a:p>
        </p:txBody>
      </p:sp>
      <p:sp>
        <p:nvSpPr>
          <p:cNvPr id="57" name="Rect 0"/>
          <p:cNvSpPr>
            <a:spLocks/>
          </p:cNvSpPr>
          <p:nvPr/>
        </p:nvSpPr>
        <p:spPr>
          <a:xfrm rot="0">
            <a:off x="2904490" y="2898140"/>
            <a:ext cx="2789555" cy="1515745"/>
          </a:xfrm>
          <a:prstGeom prst="roundRec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회원가입</a:t>
            </a:r>
            <a:endParaRPr lang="ko-KR" altLang="en-US" sz="1800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  <a:p>
            <a:pPr marL="0" indent="0" algn="ctr" hangingPunct="1"/>
            <a:r>
              <a:rPr lang="ko-KR" sz="1800">
                <a:latin typeface="맑은 고딕" charset="0"/>
                <a:ea typeface="맑은 고딕" charset="0"/>
              </a:rPr>
              <a:t>개인정보동의서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58" name="Rect 0"/>
          <p:cNvSpPr>
            <a:spLocks/>
          </p:cNvSpPr>
          <p:nvPr/>
        </p:nvSpPr>
        <p:spPr>
          <a:xfrm rot="0">
            <a:off x="2825750" y="2813685"/>
            <a:ext cx="254635" cy="241935"/>
          </a:xfrm>
          <a:prstGeom prst="rect"/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sz="1800">
                <a:latin typeface="맑은 고딕" charset="0"/>
                <a:ea typeface="맑은 고딕" charset="0"/>
              </a:rPr>
              <a:t>1</a:t>
            </a:r>
            <a:endParaRPr lang="ko-KR" altLang="en-US"/>
          </a:p>
        </p:txBody>
      </p:sp>
      <p:sp>
        <p:nvSpPr>
          <p:cNvPr id="59" name="도형 6"/>
          <p:cNvSpPr>
            <a:spLocks/>
          </p:cNvSpPr>
          <p:nvPr/>
        </p:nvSpPr>
        <p:spPr>
          <a:xfrm rot="0">
            <a:off x="4963160" y="4292600"/>
            <a:ext cx="604520" cy="241935"/>
          </a:xfrm>
          <a:prstGeom prst="rect"/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000"/>
              <a:t>다음</a:t>
            </a:r>
            <a:endParaRPr lang="ko-KR" altLang="en-US" sz="1000"/>
          </a:p>
        </p:txBody>
      </p:sp>
      <p:sp>
        <p:nvSpPr>
          <p:cNvPr id="60" name="도형 8"/>
          <p:cNvSpPr>
            <a:spLocks/>
          </p:cNvSpPr>
          <p:nvPr/>
        </p:nvSpPr>
        <p:spPr>
          <a:xfrm rot="0">
            <a:off x="4872355" y="4214495"/>
            <a:ext cx="187960" cy="157480"/>
          </a:xfrm>
          <a:prstGeom prst="rect"/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sz="1100"/>
              <a:t>2</a:t>
            </a:r>
            <a:endParaRPr lang="ko-KR" alt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0" y="0"/>
          <a:ext cx="12192001" cy="1183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  <a:gridCol w="2032000"/>
                <a:gridCol w="2032000"/>
                <a:gridCol w="2032000"/>
              </a:tblGrid>
              <a:tr h="39433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400" kern="1200" i="0" b="0">
                          <a:solidFill>
                            <a:schemeClr val="tx1"/>
                          </a:solidFill>
                        </a:rPr>
                        <a:t>프로젝트 명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89535" marR="89535" marT="89535" marB="89535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ko-KR" altLang="en-US" sz="14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89535" marR="89535" marT="89535" marB="89535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400" kern="1200" i="0" b="0">
                          <a:solidFill>
                            <a:schemeClr val="tx1"/>
                          </a:solidFill>
                        </a:rPr>
                        <a:t>화면코드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89535" marR="89535" marT="89535" marB="8953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ko-KR" sz="1400" kern="1200" i="0" b="0">
                          <a:solidFill>
                            <a:schemeClr val="tx1"/>
                          </a:solidFill>
                        </a:rPr>
                        <a:t>Login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89535" marR="89535" marT="89535" marB="8953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400" kern="1200" i="0" b="0">
                          <a:solidFill>
                            <a:schemeClr val="tx1"/>
                          </a:solidFill>
                        </a:rPr>
                        <a:t>버전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89535" marR="89535" marT="89535" marB="89535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14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89535" marR="89535" marT="89535" marB="89535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400" kern="1200" i="0" b="0">
                          <a:solidFill>
                            <a:schemeClr val="tx1"/>
                          </a:solidFill>
                        </a:rPr>
                        <a:t>작성자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89535" marR="89535" marT="89535" marB="89535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400" kern="1200" i="0" b="0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89535" marR="89535" marT="89535" marB="89535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v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400" kern="1200" i="0" b="0">
                          <a:solidFill>
                            <a:schemeClr val="tx1"/>
                          </a:solidFill>
                        </a:rPr>
                        <a:t>일자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89535" marR="89535" marT="89535" marB="89535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400" kern="1200" i="0" b="0">
                          <a:solidFill>
                            <a:schemeClr val="tx1"/>
                          </a:solidFill>
                        </a:rPr>
                        <a:t>2026-02-12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89535" marR="89535" marT="89535" marB="89535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94335">
                <a:tc gridSpan="6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400" kern="1200" i="0" b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kern="1200" i="0" b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ko-KR" sz="1400" kern="1200" i="0" b="0">
                          <a:solidFill>
                            <a:schemeClr val="tx1"/>
                          </a:solidFill>
                        </a:rPr>
                        <a:t>회원가입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89535" marR="89535" marT="89535" marB="89535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graphicFrame>
        <p:nvGraphicFramePr>
          <p:cNvPr id="5" name="Table 3"/>
          <p:cNvGraphicFramePr>
            <a:graphicFrameLocks noGrp="1"/>
          </p:cNvGraphicFramePr>
          <p:nvPr/>
        </p:nvGraphicFramePr>
        <p:xfrm>
          <a:off x="8603615" y="1179830"/>
          <a:ext cx="3587750" cy="5675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505"/>
                <a:gridCol w="3230245"/>
              </a:tblGrid>
              <a:tr h="514985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600" kern="1200" i="0" b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737235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600" kern="1200" i="0" b="0">
                          <a:solidFill>
                            <a:schemeClr val="tx1"/>
                          </a:solidFill>
                        </a:rPr>
                        <a:t>헤더</a:t>
                      </a:r>
                      <a:endParaRPr lang="ko-KR" altLang="en-US" sz="16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73723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i="0" b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 lvl="1">
                        <a:buFontTx/>
                        <a:buNone/>
                      </a:pPr>
                      <a:r>
                        <a:rPr lang="ko-KR" altLang="ko-KR" sz="1200" kern="1200" i="0" b="0">
                          <a:solidFill>
                            <a:schemeClr val="dk1"/>
                          </a:solidFill>
                          <a:latin typeface="맑은 고딕" charset="0"/>
                          <a:ea typeface="+mn-ea"/>
                          <a:cs typeface="+mn-cs"/>
                        </a:rPr>
                        <a:t>회원가입을 </a:t>
                      </a:r>
                      <a:r>
                        <a:rPr lang="ko-KR" altLang="ko-KR" sz="1200" kern="1200" i="0" b="0">
                          <a:solidFill>
                            <a:schemeClr val="dk1"/>
                          </a:solidFill>
                          <a:latin typeface="맑은 고딕" charset="0"/>
                          <a:ea typeface="+mn-ea"/>
                          <a:cs typeface="+mn-cs"/>
                        </a:rPr>
                        <a:t>위한 </a:t>
                      </a:r>
                      <a:r>
                        <a:rPr lang="ko-KR" altLang="ko-KR" sz="1200" kern="1200" i="0" b="0">
                          <a:solidFill>
                            <a:schemeClr val="dk1"/>
                          </a:solidFill>
                          <a:latin typeface="맑은 고딕" charset="0"/>
                          <a:ea typeface="+mn-ea"/>
                          <a:cs typeface="+mn-cs"/>
                        </a:rPr>
                        <a:t>아이디(중복확인</a:t>
                      </a:r>
                      <a:r>
                        <a:rPr lang="ko-KR" altLang="ko-KR" sz="1200" kern="1200" i="0" b="0">
                          <a:solidFill>
                            <a:schemeClr val="dk1"/>
                          </a:solidFill>
                          <a:latin typeface="맑은 고딕" charset="0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ko-KR" sz="1200" kern="1200" i="0" b="0">
                          <a:solidFill>
                            <a:schemeClr val="dk1"/>
                          </a:solidFill>
                          <a:latin typeface="맑은 고딕" charset="0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ko-KR" sz="1200" kern="1200" i="0" b="0">
                          <a:solidFill>
                            <a:schemeClr val="dk1"/>
                          </a:solidFill>
                          <a:latin typeface="맑은 고딕" charset="0"/>
                          <a:ea typeface="+mn-ea"/>
                          <a:cs typeface="+mn-cs"/>
                        </a:rPr>
                        <a:t> 비밀번호, 비밀번</a:t>
                      </a:r>
                      <a:r>
                        <a:rPr lang="ko-KR" altLang="ko-KR" sz="1200" kern="1200" i="0" b="0">
                          <a:solidFill>
                            <a:schemeClr val="dk1"/>
                          </a:solidFill>
                          <a:latin typeface="맑은 고딕" charset="0"/>
                          <a:ea typeface="+mn-ea"/>
                          <a:cs typeface="+mn-cs"/>
                        </a:rPr>
                        <a:t>호 </a:t>
                      </a:r>
                      <a:r>
                        <a:rPr lang="ko-KR" altLang="ko-KR" sz="1200" kern="1200" i="0" b="0">
                          <a:solidFill>
                            <a:schemeClr val="dk1"/>
                          </a:solidFill>
                          <a:latin typeface="맑은 고딕" charset="0"/>
                          <a:ea typeface="+mn-ea"/>
                          <a:cs typeface="+mn-cs"/>
                        </a:rPr>
                        <a:t>확인 입력</a:t>
                      </a:r>
                      <a:r>
                        <a:rPr lang="ko-KR" altLang="ko-KR" sz="1200" kern="1200" i="0" b="0">
                          <a:solidFill>
                            <a:schemeClr val="dk1"/>
                          </a:solidFill>
                          <a:latin typeface="맑은 고딕" charset="0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ko-KR" sz="1200" kern="1200" i="0" b="0">
                          <a:solidFill>
                            <a:schemeClr val="dk1"/>
                          </a:solidFill>
                          <a:latin typeface="맑은 고딕" charset="0"/>
                          <a:ea typeface="+mn-ea"/>
                          <a:cs typeface="+mn-cs"/>
                        </a:rPr>
                        <a:t> 회원식별과</a:t>
                      </a:r>
                      <a:r>
                        <a:rPr lang="ko-KR" altLang="ko-KR" sz="1200" kern="1200" i="0" b="0">
                          <a:solidFill>
                            <a:schemeClr val="dk1"/>
                          </a:solidFill>
                          <a:latin typeface="맑은 고딕" charset="0"/>
                          <a:ea typeface="+mn-ea"/>
                          <a:cs typeface="+mn-cs"/>
                        </a:rPr>
                        <a:t> 아이디를 </a:t>
                      </a:r>
                      <a:r>
                        <a:rPr lang="ko-KR" altLang="ko-KR" sz="1200" kern="1200" i="0" b="0">
                          <a:solidFill>
                            <a:schemeClr val="dk1"/>
                          </a:solidFill>
                          <a:latin typeface="맑은 고딕" charset="0"/>
                          <a:ea typeface="+mn-ea"/>
                          <a:cs typeface="+mn-cs"/>
                        </a:rPr>
                        <a:t>까먹었을 경우를 </a:t>
                      </a:r>
                      <a:r>
                        <a:rPr lang="ko-KR" altLang="ko-KR" sz="1200" kern="1200" i="0" b="0">
                          <a:solidFill>
                            <a:schemeClr val="dk1"/>
                          </a:solidFill>
                          <a:latin typeface="맑은 고딕" charset="0"/>
                          <a:ea typeface="+mn-ea"/>
                          <a:cs typeface="+mn-cs"/>
                        </a:rPr>
                        <a:t>대비</a:t>
                      </a:r>
                      <a:r>
                        <a:rPr lang="ko-KR" altLang="ko-KR" sz="1200" kern="1200" i="0" b="0">
                          <a:solidFill>
                            <a:schemeClr val="dk1"/>
                          </a:solidFill>
                          <a:latin typeface="맑은 고딕" charset="0"/>
                          <a:ea typeface="+mn-ea"/>
                          <a:cs typeface="+mn-cs"/>
                        </a:rPr>
                        <a:t>한 이메일 입력</a:t>
                      </a:r>
                      <a:endParaRPr lang="ko-KR" altLang="en-US" sz="1200" kern="1200" i="0" b="0">
                        <a:solidFill>
                          <a:schemeClr val="dk1"/>
                        </a:solidFill>
                        <a:latin typeface="맑은 고딕" charset="0"/>
                        <a:ea typeface="+mn-ea"/>
                        <a:cs typeface="+mn-cs"/>
                      </a:endParaRPr>
                    </a:p>
                  </a:txBody>
                  <a:tcPr marL="91440" marR="91440" marT="45720" marB="45720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723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 i="0" b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100" kern="1200" i="0" b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 lvl="1">
                        <a:buFontTx/>
                        <a:buNone/>
                      </a:pPr>
                      <a:r>
                        <a:rPr lang="ko-KR" altLang="en-US" sz="1100" kern="1200" i="0" b="0">
                          <a:solidFill>
                            <a:schemeClr val="tx1"/>
                          </a:solidFill>
                        </a:rPr>
                        <a:t>이전 클릭시 </a:t>
                      </a:r>
                      <a:r>
                        <a:rPr lang="ko-KR" altLang="en-US" sz="1100" kern="1200" i="0" b="0">
                          <a:solidFill>
                            <a:schemeClr val="tx1"/>
                          </a:solidFill>
                        </a:rPr>
                        <a:t>=&gt; 개인정보동의서로 </a:t>
                      </a:r>
                      <a:r>
                        <a:rPr lang="ko-KR" altLang="en-US" sz="1100" kern="1200" i="0" b="0">
                          <a:solidFill>
                            <a:schemeClr val="tx1"/>
                          </a:solidFill>
                        </a:rPr>
                        <a:t>돌아감</a:t>
                      </a:r>
                      <a:endParaRPr lang="ko-KR" altLang="en-US" sz="1100" kern="1200" i="0" b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 lvl="1">
                        <a:buFontTx/>
                        <a:buNone/>
                      </a:pPr>
                      <a:r>
                        <a:rPr lang="ko-KR" altLang="en-US" sz="1100" kern="1200" i="0" b="0">
                          <a:solidFill>
                            <a:schemeClr val="tx1"/>
                          </a:solidFill>
                        </a:rPr>
                        <a:t>회원가입 클릭시</a:t>
                      </a:r>
                      <a:r>
                        <a:rPr lang="ko-KR" altLang="en-US" sz="1100" kern="1200" i="0" b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kern="1200" i="0" b="0">
                          <a:solidFill>
                            <a:schemeClr val="tx1"/>
                          </a:solidFill>
                        </a:rPr>
                        <a:t>=</a:t>
                      </a:r>
                      <a:r>
                        <a:rPr lang="ko-KR" altLang="en-US" sz="1100" kern="1200" i="0" b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1100" kern="1200" i="0" b="0">
                          <a:solidFill>
                            <a:schemeClr val="tx1"/>
                          </a:solidFill>
                        </a:rPr>
                        <a:t> 회원가입 성공!</a:t>
                      </a:r>
                      <a:endParaRPr lang="ko-KR" altLang="en-US" sz="11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723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11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 lvl="1">
                        <a:buFontTx/>
                        <a:buNone/>
                      </a:pPr>
                      <a:endParaRPr lang="ko-KR" altLang="en-US" sz="11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723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11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 lvl="1">
                        <a:buFontTx/>
                        <a:buNone/>
                      </a:pPr>
                      <a:endParaRPr lang="ko-KR" altLang="en-US" sz="11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723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11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 lvl="1">
                        <a:buFontTx/>
                        <a:buNone/>
                      </a:pPr>
                      <a:endParaRPr lang="ko-KR" altLang="en-US" sz="11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723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11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 lvl="1">
                        <a:buFontTx/>
                        <a:buNone/>
                      </a:pPr>
                      <a:endParaRPr lang="ko-KR" altLang="en-US" sz="11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Rect 0"/>
          <p:cNvSpPr>
            <a:spLocks/>
          </p:cNvSpPr>
          <p:nvPr/>
        </p:nvSpPr>
        <p:spPr>
          <a:xfrm rot="0">
            <a:off x="1614805" y="1186180"/>
            <a:ext cx="6989445" cy="643255"/>
          </a:xfrm>
          <a:prstGeom prst="rect"/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Rect 0"/>
          <p:cNvSpPr>
            <a:spLocks/>
          </p:cNvSpPr>
          <p:nvPr/>
        </p:nvSpPr>
        <p:spPr>
          <a:xfrm rot="0">
            <a:off x="0" y="1179830"/>
            <a:ext cx="1615440" cy="643255"/>
          </a:xfrm>
          <a:prstGeom prst="rect"/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ko-KR" altLang="en-US"/>
              <a:t>로고</a:t>
            </a:r>
            <a:endParaRPr lang="ko-KR" altLang="en-US"/>
          </a:p>
        </p:txBody>
      </p:sp>
      <p:sp>
        <p:nvSpPr>
          <p:cNvPr id="54" name="Rect 0"/>
          <p:cNvSpPr>
            <a:spLocks/>
          </p:cNvSpPr>
          <p:nvPr/>
        </p:nvSpPr>
        <p:spPr>
          <a:xfrm rot="0">
            <a:off x="61595" y="1829435"/>
            <a:ext cx="8603615" cy="4026535"/>
          </a:xfrm>
          <a:prstGeom prst="rect"/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56" name="Rect 0"/>
          <p:cNvSpPr txBox="1">
            <a:spLocks/>
          </p:cNvSpPr>
          <p:nvPr/>
        </p:nvSpPr>
        <p:spPr>
          <a:xfrm rot="0">
            <a:off x="6864350" y="1432560"/>
            <a:ext cx="1615440" cy="30861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/>
              <a:t>로그인 </a:t>
            </a:r>
            <a:r>
              <a:rPr lang="en-US" altLang="ko-KR" sz="1400"/>
              <a:t>| </a:t>
            </a:r>
            <a:r>
              <a:rPr lang="ko-KR" altLang="en-US" sz="1400"/>
              <a:t>회원가입</a:t>
            </a:r>
            <a:endParaRPr lang="ko-KR" altLang="en-US" sz="1400"/>
          </a:p>
        </p:txBody>
      </p:sp>
      <p:sp>
        <p:nvSpPr>
          <p:cNvPr id="57" name="Rect 0"/>
          <p:cNvSpPr>
            <a:spLocks/>
          </p:cNvSpPr>
          <p:nvPr/>
        </p:nvSpPr>
        <p:spPr>
          <a:xfrm rot="0">
            <a:off x="2904490" y="2245995"/>
            <a:ext cx="3194050" cy="3019425"/>
          </a:xfrm>
          <a:prstGeom prst="roundRec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회원가입</a:t>
            </a:r>
            <a:endParaRPr lang="ko-KR" altLang="en-US" sz="1800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  <a:p>
            <a:pPr marL="0" indent="0" algn="l" hangingPunct="1"/>
            <a:r>
              <a:rPr lang="ko-KR" sz="1800">
                <a:latin typeface="맑은 고딕" charset="0"/>
                <a:ea typeface="맑은 고딕" charset="0"/>
              </a:rPr>
              <a:t>아이디:</a:t>
            </a:r>
            <a:endParaRPr lang="ko-KR" altLang="en-US" sz="1800">
              <a:latin typeface="맑은 고딕" charset="0"/>
              <a:ea typeface="맑은 고딕" charset="0"/>
            </a:endParaRPr>
          </a:p>
          <a:p>
            <a:pPr marL="0" indent="0" algn="l" hangingPunct="1"/>
            <a:endParaRPr lang="ko-KR" altLang="en-US" sz="1800">
              <a:latin typeface="맑은 고딕" charset="0"/>
              <a:ea typeface="맑은 고딕" charset="0"/>
            </a:endParaRPr>
          </a:p>
          <a:p>
            <a:pPr marL="0" indent="0" algn="l" hangingPunct="1"/>
            <a:r>
              <a:rPr lang="ko-KR" sz="1800">
                <a:latin typeface="맑은 고딕" charset="0"/>
                <a:ea typeface="맑은 고딕" charset="0"/>
              </a:rPr>
              <a:t>비밀번호</a:t>
            </a:r>
            <a:r>
              <a:rPr lang="ko-KR" sz="1800">
                <a:latin typeface="맑은 고딕" charset="0"/>
                <a:ea typeface="맑은 고딕" charset="0"/>
              </a:rPr>
              <a:t>:</a:t>
            </a:r>
            <a:endParaRPr lang="ko-KR" altLang="en-US" sz="1800">
              <a:latin typeface="맑은 고딕" charset="0"/>
              <a:ea typeface="맑은 고딕" charset="0"/>
            </a:endParaRPr>
          </a:p>
          <a:p>
            <a:pPr marL="0" indent="0" algn="l" hangingPunct="1"/>
            <a:endParaRPr lang="ko-KR" altLang="en-US" sz="1800">
              <a:latin typeface="맑은 고딕" charset="0"/>
              <a:ea typeface="맑은 고딕" charset="0"/>
            </a:endParaRPr>
          </a:p>
          <a:p>
            <a:pPr marL="0" indent="0" algn="l" hangingPunct="1"/>
            <a:r>
              <a:rPr lang="ko-KR" sz="1800">
                <a:latin typeface="맑은 고딕" charset="0"/>
                <a:ea typeface="맑은 고딕" charset="0"/>
              </a:rPr>
              <a:t>비밀번호 </a:t>
            </a:r>
            <a:r>
              <a:rPr lang="ko-KR" sz="1800">
                <a:latin typeface="맑은 고딕" charset="0"/>
                <a:ea typeface="맑은 고딕" charset="0"/>
              </a:rPr>
              <a:t>확인:</a:t>
            </a:r>
            <a:endParaRPr lang="ko-KR" altLang="en-US" sz="1800">
              <a:latin typeface="맑은 고딕" charset="0"/>
              <a:ea typeface="맑은 고딕" charset="0"/>
            </a:endParaRPr>
          </a:p>
          <a:p>
            <a:pPr marL="0" indent="0" algn="l" hangingPunct="1"/>
            <a:endParaRPr lang="ko-KR" altLang="en-US" sz="1800">
              <a:latin typeface="맑은 고딕" charset="0"/>
              <a:ea typeface="맑은 고딕" charset="0"/>
            </a:endParaRPr>
          </a:p>
          <a:p>
            <a:pPr marL="0" indent="0" algn="l" hangingPunct="1"/>
            <a:r>
              <a:rPr lang="ko-KR" sz="1800">
                <a:latin typeface="맑은 고딕" charset="0"/>
                <a:ea typeface="맑은 고딕" charset="0"/>
              </a:rPr>
              <a:t>이메일</a:t>
            </a:r>
            <a:r>
              <a:rPr lang="ko-KR" sz="1800">
                <a:latin typeface="맑은 고딕" charset="0"/>
                <a:ea typeface="맑은 고딕" charset="0"/>
              </a:rPr>
              <a:t>: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58" name="Rect 0"/>
          <p:cNvSpPr>
            <a:spLocks/>
          </p:cNvSpPr>
          <p:nvPr/>
        </p:nvSpPr>
        <p:spPr>
          <a:xfrm rot="0">
            <a:off x="2874010" y="2245995"/>
            <a:ext cx="254635" cy="241935"/>
          </a:xfrm>
          <a:prstGeom prst="rect"/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sz="1800">
                <a:latin typeface="맑은 고딕" charset="0"/>
                <a:ea typeface="맑은 고딕" charset="0"/>
              </a:rPr>
              <a:t>1</a:t>
            </a:r>
            <a:endParaRPr lang="ko-KR" altLang="en-US"/>
          </a:p>
        </p:txBody>
      </p:sp>
      <p:sp>
        <p:nvSpPr>
          <p:cNvPr id="59" name="Rect 0"/>
          <p:cNvSpPr>
            <a:spLocks/>
          </p:cNvSpPr>
          <p:nvPr/>
        </p:nvSpPr>
        <p:spPr>
          <a:xfrm rot="0">
            <a:off x="5367655" y="5150485"/>
            <a:ext cx="724535" cy="241935"/>
          </a:xfrm>
          <a:prstGeom prst="rect"/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sz="1000"/>
              <a:t>회원가</a:t>
            </a:r>
            <a:r>
              <a:rPr lang="ko-KR" sz="1000"/>
              <a:t>입</a:t>
            </a:r>
            <a:endParaRPr lang="ko-KR" altLang="en-US" sz="1000"/>
          </a:p>
        </p:txBody>
      </p:sp>
      <p:sp>
        <p:nvSpPr>
          <p:cNvPr id="60" name="도형 7"/>
          <p:cNvSpPr>
            <a:spLocks/>
          </p:cNvSpPr>
          <p:nvPr/>
        </p:nvSpPr>
        <p:spPr>
          <a:xfrm rot="0">
            <a:off x="2904490" y="5144135"/>
            <a:ext cx="724535" cy="241935"/>
          </a:xfrm>
          <a:prstGeom prst="rect"/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sz="1000"/>
              <a:t>이전</a:t>
            </a:r>
            <a:endParaRPr lang="ko-KR" altLang="en-US" sz="1000"/>
          </a:p>
        </p:txBody>
      </p:sp>
      <p:sp>
        <p:nvSpPr>
          <p:cNvPr id="61" name="도형 9"/>
          <p:cNvSpPr>
            <a:spLocks/>
          </p:cNvSpPr>
          <p:nvPr/>
        </p:nvSpPr>
        <p:spPr>
          <a:xfrm rot="0">
            <a:off x="4805680" y="3000375"/>
            <a:ext cx="1287145" cy="429260"/>
          </a:xfrm>
          <a:prstGeom prst="rect"/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/>
              <a:t>중복확인</a:t>
            </a:r>
            <a:endParaRPr lang="ko-KR" altLang="en-US"/>
          </a:p>
        </p:txBody>
      </p:sp>
      <p:sp>
        <p:nvSpPr>
          <p:cNvPr id="62" name="도형 11"/>
          <p:cNvSpPr>
            <a:spLocks/>
          </p:cNvSpPr>
          <p:nvPr/>
        </p:nvSpPr>
        <p:spPr>
          <a:xfrm rot="0">
            <a:off x="2777490" y="5022850"/>
            <a:ext cx="254635" cy="241935"/>
          </a:xfrm>
          <a:prstGeom prst="rect"/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/>
              <a:t>2</a:t>
            </a:r>
            <a:endParaRPr lang="ko-KR" altLang="en-US"/>
          </a:p>
        </p:txBody>
      </p:sp>
      <p:sp>
        <p:nvSpPr>
          <p:cNvPr id="63" name="도형 12"/>
          <p:cNvSpPr>
            <a:spLocks/>
          </p:cNvSpPr>
          <p:nvPr/>
        </p:nvSpPr>
        <p:spPr>
          <a:xfrm rot="0">
            <a:off x="5271135" y="5022850"/>
            <a:ext cx="254635" cy="241935"/>
          </a:xfrm>
          <a:prstGeom prst="rect"/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/>
              <a:t>2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/>
          <p:cNvGraphicFramePr>
            <a:graphicFrameLocks noGrp="1"/>
          </p:cNvGraphicFramePr>
          <p:nvPr/>
        </p:nvGraphicFramePr>
        <p:xfrm>
          <a:off x="0" y="0"/>
          <a:ext cx="12192001" cy="1183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  <a:gridCol w="2032000"/>
                <a:gridCol w="2032000"/>
                <a:gridCol w="2032000"/>
              </a:tblGrid>
              <a:tr h="39433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400" kern="1200" i="0" b="0">
                          <a:solidFill>
                            <a:schemeClr val="tx1"/>
                          </a:solidFill>
                        </a:rPr>
                        <a:t>프로젝트 명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89535" marR="89535" marT="89535" marB="89535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ko-KR" altLang="en-US" sz="14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89535" marR="89535" marT="89535" marB="89535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400" kern="1200" i="0" b="0">
                          <a:solidFill>
                            <a:schemeClr val="tx1"/>
                          </a:solidFill>
                        </a:rPr>
                        <a:t>화면코드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89535" marR="89535" marT="89535" marB="8953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ko-KR" sz="1400" kern="1200" i="0" b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89535" marR="89535" marT="89535" marB="8953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400" kern="1200" i="0" b="0">
                          <a:solidFill>
                            <a:schemeClr val="tx1"/>
                          </a:solidFill>
                        </a:rPr>
                        <a:t>버전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89535" marR="89535" marT="89535" marB="89535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14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89535" marR="89535" marT="89535" marB="89535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400" kern="1200" i="0" b="0">
                          <a:solidFill>
                            <a:schemeClr val="tx1"/>
                          </a:solidFill>
                        </a:rPr>
                        <a:t>작성자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89535" marR="89535" marT="89535" marB="89535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400" kern="1200" i="0" b="0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89535" marR="89535" marT="89535" marB="89535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v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400" kern="1200" i="0" b="0">
                          <a:solidFill>
                            <a:schemeClr val="tx1"/>
                          </a:solidFill>
                        </a:rPr>
                        <a:t>일자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89535" marR="89535" marT="89535" marB="89535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400" kern="1200" i="0" b="0">
                          <a:solidFill>
                            <a:schemeClr val="tx1"/>
                          </a:solidFill>
                        </a:rPr>
                        <a:t>2026-02-12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89535" marR="89535" marT="89535" marB="89535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94335">
                <a:tc gridSpan="6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400" kern="1200" i="0" b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kern="1200" i="0" b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ko-KR" sz="1400" kern="1200" i="0" b="0">
                          <a:solidFill>
                            <a:schemeClr val="tx1"/>
                          </a:solidFill>
                        </a:rPr>
                        <a:t>이력서 </a:t>
                      </a:r>
                      <a:r>
                        <a:rPr lang="ko-KR" altLang="ko-KR" sz="1400" kern="1200" i="0" b="0">
                          <a:solidFill>
                            <a:schemeClr val="tx1"/>
                          </a:solidFill>
                        </a:rPr>
                        <a:t>분석 후 회사</a:t>
                      </a:r>
                      <a:r>
                        <a:rPr lang="ko-KR" altLang="ko-KR" sz="1400" kern="1200" i="0" b="0">
                          <a:solidFill>
                            <a:schemeClr val="tx1"/>
                          </a:solidFill>
                        </a:rPr>
                        <a:t>에 </a:t>
                      </a:r>
                      <a:r>
                        <a:rPr lang="ko-KR" altLang="ko-KR" sz="1400" kern="1200" i="0" b="0">
                          <a:solidFill>
                            <a:schemeClr val="tx1"/>
                          </a:solidFill>
                        </a:rPr>
                        <a:t>적합한지 대조후 </a:t>
                      </a:r>
                      <a:r>
                        <a:rPr lang="ko-KR" altLang="ko-KR" sz="1400" kern="1200" i="0" b="0">
                          <a:solidFill>
                            <a:schemeClr val="tx1"/>
                          </a:solidFill>
                        </a:rPr>
                        <a:t>추천피드백</a:t>
                      </a:r>
                      <a:endParaRPr lang="ko-KR" altLang="en-US" sz="1400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89535" marR="89535" marT="89535" marB="89535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8603615" y="1179830"/>
          <a:ext cx="3587750" cy="5675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505"/>
                <a:gridCol w="3230245"/>
              </a:tblGrid>
              <a:tr h="514985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600" kern="1200" i="0" b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737235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600" kern="1200" i="0" b="0">
                          <a:solidFill>
                            <a:schemeClr val="tx1"/>
                          </a:solidFill>
                        </a:rPr>
                        <a:t>헤더</a:t>
                      </a:r>
                      <a:endParaRPr lang="ko-KR" altLang="en-US" sz="16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73723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i="0" b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 lvl="1">
                        <a:buFontTx/>
                        <a:buNone/>
                      </a:pPr>
                      <a:r>
                        <a:rPr lang="ko-KR" altLang="ko-KR" sz="12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  <a:cs typeface="+mn-cs"/>
                        </a:rPr>
                        <a:t>이력사항</a:t>
                      </a:r>
                      <a:r>
                        <a:rPr lang="ko-KR" altLang="ko-KR" sz="12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  <a:cs typeface="+mn-cs"/>
                        </a:rPr>
                        <a:t> </a:t>
                      </a:r>
                      <a:r>
                        <a:rPr lang="ko-KR" altLang="ko-KR" sz="12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  <a:cs typeface="+mn-cs"/>
                        </a:rPr>
                        <a:t>파일 업로드 -&gt; AI가 JSON으로 파씽하여 저장후 분석해줌(양식이 다양하므로 JSON으로 파씽)</a:t>
                      </a:r>
                      <a:endParaRPr lang="ko-KR" altLang="en-US" sz="12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  <a:cs typeface="+mn-cs"/>
                      </a:endParaRPr>
                    </a:p>
                  </a:txBody>
                  <a:tcPr marL="91440" marR="91440" marT="45720" marB="45720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723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 i="0" b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 lvl="1">
                        <a:buFontTx/>
                        <a:buNone/>
                      </a:pPr>
                      <a:r>
                        <a:rPr lang="ko-KR" altLang="en-US" sz="1100" kern="1200" i="0" b="0">
                          <a:solidFill>
                            <a:schemeClr val="tx1"/>
                          </a:solidFill>
                        </a:rPr>
                        <a:t>회사 이름과 희망 부서를 입력 -&gt; 입력한 회사의 비</a:t>
                      </a:r>
                      <a:r>
                        <a:rPr lang="ko-KR" altLang="en-US" sz="1100" kern="1200" i="0" b="0">
                          <a:solidFill>
                            <a:schemeClr val="tx1"/>
                          </a:solidFill>
                        </a:rPr>
                        <a:t>젼</a:t>
                      </a:r>
                      <a:r>
                        <a:rPr lang="ko-KR" altLang="en-US" sz="1100" kern="1200" i="0" b="0">
                          <a:solidFill>
                            <a:schemeClr val="tx1"/>
                          </a:solidFill>
                        </a:rPr>
                        <a:t>, 인재상, 희망 부서의 대략적인 필요 기술스택 등등을 알아냄 </a:t>
                      </a:r>
                      <a:endParaRPr lang="ko-KR" altLang="en-US" sz="11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723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 i="0" b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 lvl="1">
                        <a:buFontTx/>
                        <a:buNone/>
                      </a:pPr>
                      <a:r>
                        <a:rPr lang="ko-KR" altLang="en-US" sz="1100" kern="1200" i="0" b="0">
                          <a:solidFill>
                            <a:schemeClr val="tx1"/>
                          </a:solidFill>
                        </a:rPr>
                        <a:t>이력사항과 회사이름, 희망부서를 대조 -&gt; 이력사항에서 부족한 부분, 자기소개서를 쓸 시 강조해야할 부분, 조심해야할 부분 추천피드백</a:t>
                      </a:r>
                      <a:endParaRPr lang="ko-KR" altLang="en-US" sz="11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723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11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 lvl="1">
                        <a:buFontTx/>
                        <a:buNone/>
                      </a:pPr>
                      <a:endParaRPr lang="ko-KR" altLang="en-US" sz="11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723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11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 lvl="1">
                        <a:buFontTx/>
                        <a:buNone/>
                      </a:pPr>
                      <a:endParaRPr lang="ko-KR" altLang="en-US" sz="11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723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11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 lvl="1">
                        <a:buFontTx/>
                        <a:buNone/>
                      </a:pPr>
                      <a:endParaRPr lang="ko-KR" altLang="en-US" sz="1100" kern="1200" i="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4805" y="1186180"/>
            <a:ext cx="6988810" cy="6426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79830"/>
            <a:ext cx="1614805" cy="64262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635" y="1823085"/>
            <a:ext cx="8602980" cy="40259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864350" y="1432560"/>
            <a:ext cx="161480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로그인 </a:t>
            </a:r>
            <a:r>
              <a:rPr lang="en-US" altLang="ko-KR" sz="1400" dirty="0"/>
              <a:t>| </a:t>
            </a:r>
            <a:r>
              <a:rPr lang="ko-KR" altLang="en-US" sz="1400" dirty="0"/>
              <a:t>회원가입</a:t>
            </a:r>
          </a:p>
        </p:txBody>
      </p:sp>
      <p:sp>
        <p:nvSpPr>
          <p:cNvPr id="57" name="도형 2"/>
          <p:cNvSpPr>
            <a:spLocks/>
          </p:cNvSpPr>
          <p:nvPr/>
        </p:nvSpPr>
        <p:spPr>
          <a:xfrm rot="0">
            <a:off x="145415" y="2149475"/>
            <a:ext cx="2741295" cy="3369310"/>
          </a:xfrm>
          <a:prstGeom prst="rec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58" name="도형 3"/>
          <p:cNvSpPr>
            <a:spLocks/>
          </p:cNvSpPr>
          <p:nvPr/>
        </p:nvSpPr>
        <p:spPr>
          <a:xfrm rot="0">
            <a:off x="2874010" y="2149475"/>
            <a:ext cx="5603240" cy="3369310"/>
          </a:xfrm>
          <a:prstGeom prst="rect"/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59" name="텍스트 상자 5"/>
          <p:cNvSpPr txBox="1">
            <a:spLocks/>
          </p:cNvSpPr>
          <p:nvPr/>
        </p:nvSpPr>
        <p:spPr>
          <a:xfrm rot="0">
            <a:off x="169545" y="2312670"/>
            <a:ext cx="1443355" cy="308610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400">
                <a:latin typeface="맑은 고딕" charset="0"/>
                <a:ea typeface="맑은 고딕" charset="0"/>
              </a:rPr>
              <a:t>F</a:t>
            </a:r>
            <a:r>
              <a:rPr lang="ko-KR" sz="1400">
                <a:latin typeface="맑은 고딕" charset="0"/>
                <a:ea typeface="맑은 고딕" charset="0"/>
              </a:rPr>
              <a:t>i</a:t>
            </a:r>
            <a:r>
              <a:rPr lang="ko-KR" sz="1400">
                <a:latin typeface="맑은 고딕" charset="0"/>
                <a:ea typeface="맑은 고딕" charset="0"/>
              </a:rPr>
              <a:t>l</a:t>
            </a:r>
            <a:r>
              <a:rPr lang="ko-KR" sz="1400">
                <a:latin typeface="맑은 고딕" charset="0"/>
                <a:ea typeface="맑은 고딕" charset="0"/>
              </a:rPr>
              <a:t>e </a:t>
            </a:r>
            <a:r>
              <a:rPr lang="ko-KR" sz="1400">
                <a:latin typeface="맑은 고딕" charset="0"/>
                <a:ea typeface="맑은 고딕" charset="0"/>
              </a:rPr>
              <a:t>U</a:t>
            </a:r>
            <a:r>
              <a:rPr lang="ko-KR" sz="1400">
                <a:latin typeface="맑은 고딕" charset="0"/>
                <a:ea typeface="맑은 고딕" charset="0"/>
              </a:rPr>
              <a:t>pload</a:t>
            </a:r>
            <a:endParaRPr lang="ko-KR" altLang="en-US" sz="1400">
              <a:latin typeface="맑은 고딕" charset="0"/>
              <a:ea typeface="맑은 고딕" charset="0"/>
            </a:endParaRPr>
          </a:p>
        </p:txBody>
      </p:sp>
      <p:sp>
        <p:nvSpPr>
          <p:cNvPr id="60" name="도형 6"/>
          <p:cNvSpPr>
            <a:spLocks/>
          </p:cNvSpPr>
          <p:nvPr/>
        </p:nvSpPr>
        <p:spPr>
          <a:xfrm rot="0">
            <a:off x="247650" y="2649855"/>
            <a:ext cx="2439670" cy="224155"/>
          </a:xfrm>
          <a:prstGeom prst="rec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000">
                <a:solidFill>
                  <a:schemeClr val="bg1">
                    <a:lumMod val="85000"/>
                    <a:lumOff val="0"/>
                  </a:schemeClr>
                </a:solidFill>
                <a:latin typeface="맑은 고딕" charset="0"/>
                <a:ea typeface="맑은 고딕" charset="0"/>
              </a:rPr>
              <a:t>J</a:t>
            </a:r>
            <a:r>
              <a:rPr lang="ko-KR" sz="1000">
                <a:solidFill>
                  <a:schemeClr val="bg1">
                    <a:lumMod val="85000"/>
                    <a:lumOff val="0"/>
                  </a:schemeClr>
                </a:solidFill>
                <a:latin typeface="맑은 고딕" charset="0"/>
                <a:ea typeface="맑은 고딕" charset="0"/>
              </a:rPr>
              <a:t>PG,PDF,PNG,HWP 등등</a:t>
            </a:r>
            <a:endParaRPr lang="ko-KR" altLang="en-US" sz="1000">
              <a:solidFill>
                <a:schemeClr val="bg1">
                  <a:lumMod val="85000"/>
                  <a:lumOff val="0"/>
                </a:schemeClr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1" name="도형 7"/>
          <p:cNvSpPr>
            <a:spLocks/>
          </p:cNvSpPr>
          <p:nvPr/>
        </p:nvSpPr>
        <p:spPr>
          <a:xfrm rot="0">
            <a:off x="247650" y="2952115"/>
            <a:ext cx="501650" cy="182245"/>
          </a:xfrm>
          <a:prstGeom prst="roundRect"/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000">
                <a:latin typeface="맑은 고딕" charset="0"/>
                <a:ea typeface="맑은 고딕" charset="0"/>
              </a:rPr>
              <a:t>제출</a:t>
            </a:r>
            <a:endParaRPr lang="ko-KR" altLang="en-US" sz="1000">
              <a:latin typeface="맑은 고딕" charset="0"/>
              <a:ea typeface="맑은 고딕" charset="0"/>
            </a:endParaRPr>
          </a:p>
        </p:txBody>
      </p:sp>
      <p:sp>
        <p:nvSpPr>
          <p:cNvPr id="62" name="도형 9"/>
          <p:cNvSpPr>
            <a:spLocks/>
          </p:cNvSpPr>
          <p:nvPr/>
        </p:nvSpPr>
        <p:spPr>
          <a:xfrm rot="0">
            <a:off x="247650" y="3875405"/>
            <a:ext cx="2439670" cy="224155"/>
          </a:xfrm>
          <a:prstGeom prst="rec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000">
              <a:solidFill>
                <a:schemeClr val="bg1">
                  <a:lumMod val="85000"/>
                  <a:lumOff val="0"/>
                </a:schemeClr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3" name="도형 10"/>
          <p:cNvSpPr>
            <a:spLocks/>
          </p:cNvSpPr>
          <p:nvPr/>
        </p:nvSpPr>
        <p:spPr>
          <a:xfrm rot="0">
            <a:off x="247650" y="4177665"/>
            <a:ext cx="501650" cy="182245"/>
          </a:xfrm>
          <a:prstGeom prst="roundRect"/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000">
                <a:latin typeface="맑은 고딕" charset="0"/>
                <a:ea typeface="맑은 고딕" charset="0"/>
              </a:rPr>
              <a:t>제출</a:t>
            </a:r>
            <a:endParaRPr lang="ko-KR" altLang="en-US" sz="1000">
              <a:latin typeface="맑은 고딕" charset="0"/>
              <a:ea typeface="맑은 고딕" charset="0"/>
            </a:endParaRPr>
          </a:p>
        </p:txBody>
      </p:sp>
      <p:sp>
        <p:nvSpPr>
          <p:cNvPr id="64" name="텍스트 상자 13"/>
          <p:cNvSpPr txBox="1">
            <a:spLocks/>
          </p:cNvSpPr>
          <p:nvPr/>
        </p:nvSpPr>
        <p:spPr>
          <a:xfrm rot="0">
            <a:off x="169545" y="3574415"/>
            <a:ext cx="1050925" cy="308610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sz="1400">
                <a:latin typeface="맑은 고딕" charset="0"/>
                <a:ea typeface="맑은 고딕" charset="0"/>
              </a:rPr>
              <a:t>회사</a:t>
            </a:r>
            <a:r>
              <a:rPr lang="ko-KR" sz="1400">
                <a:latin typeface="맑은 고딕" charset="0"/>
                <a:ea typeface="맑은 고딕" charset="0"/>
              </a:rPr>
              <a:t> 이름</a:t>
            </a:r>
            <a:endParaRPr lang="ko-KR" altLang="en-US" sz="1400">
              <a:latin typeface="맑은 고딕" charset="0"/>
              <a:ea typeface="맑은 고딕" charset="0"/>
            </a:endParaRPr>
          </a:p>
        </p:txBody>
      </p:sp>
      <p:sp>
        <p:nvSpPr>
          <p:cNvPr id="65" name="도형 14"/>
          <p:cNvSpPr>
            <a:spLocks/>
          </p:cNvSpPr>
          <p:nvPr/>
        </p:nvSpPr>
        <p:spPr>
          <a:xfrm rot="0">
            <a:off x="3049270" y="2385060"/>
            <a:ext cx="5277485" cy="2905125"/>
          </a:xfrm>
          <a:prstGeom prst="rect"/>
          <a:solidFill>
            <a:schemeClr val="bg1">
              <a:lumMod val="95000"/>
              <a:lumOff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800">
                <a:solidFill>
                  <a:schemeClr val="accent5">
                    <a:lumMod val="60000"/>
                    <a:lumOff val="40000"/>
                  </a:schemeClr>
                </a:solidFill>
                <a:latin typeface="맑은 고딕" charset="0"/>
                <a:ea typeface="맑은 고딕" charset="0"/>
              </a:rPr>
              <a:t>챗봇</a:t>
            </a:r>
            <a:endParaRPr lang="ko-KR" altLang="en-US" sz="1800">
              <a:solidFill>
                <a:schemeClr val="accent5">
                  <a:lumMod val="60000"/>
                  <a:lumOff val="40000"/>
                </a:schemeClr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6" name="도형 15"/>
          <p:cNvSpPr>
            <a:spLocks/>
          </p:cNvSpPr>
          <p:nvPr/>
        </p:nvSpPr>
        <p:spPr>
          <a:xfrm rot="0">
            <a:off x="2493645" y="2517775"/>
            <a:ext cx="254000" cy="241935"/>
          </a:xfrm>
          <a:prstGeom prst="rect"/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800">
                <a:latin typeface="맑은 고딕" charset="0"/>
                <a:ea typeface="맑은 고딕" charset="0"/>
              </a:rPr>
              <a:t>1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67" name="도형 17"/>
          <p:cNvSpPr>
            <a:spLocks/>
          </p:cNvSpPr>
          <p:nvPr/>
        </p:nvSpPr>
        <p:spPr>
          <a:xfrm rot="0">
            <a:off x="2493645" y="3707130"/>
            <a:ext cx="254000" cy="241935"/>
          </a:xfrm>
          <a:prstGeom prst="rect"/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800">
                <a:latin typeface="맑은 고딕" charset="0"/>
                <a:ea typeface="맑은 고딕" charset="0"/>
              </a:rPr>
              <a:t>2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68" name="도형 18"/>
          <p:cNvSpPr>
            <a:spLocks/>
          </p:cNvSpPr>
          <p:nvPr/>
        </p:nvSpPr>
        <p:spPr>
          <a:xfrm rot="0">
            <a:off x="247650" y="4853305"/>
            <a:ext cx="2439670" cy="224155"/>
          </a:xfrm>
          <a:prstGeom prst="rec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000">
              <a:solidFill>
                <a:schemeClr val="bg1">
                  <a:lumMod val="85000"/>
                  <a:lumOff val="0"/>
                </a:schemeClr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9" name="도형 19"/>
          <p:cNvSpPr>
            <a:spLocks/>
          </p:cNvSpPr>
          <p:nvPr/>
        </p:nvSpPr>
        <p:spPr>
          <a:xfrm rot="0">
            <a:off x="247650" y="5155565"/>
            <a:ext cx="501650" cy="182245"/>
          </a:xfrm>
          <a:prstGeom prst="roundRect"/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000">
                <a:latin typeface="맑은 고딕" charset="0"/>
                <a:ea typeface="맑은 고딕" charset="0"/>
              </a:rPr>
              <a:t>제출</a:t>
            </a:r>
            <a:endParaRPr lang="ko-KR" altLang="en-US" sz="1000">
              <a:latin typeface="맑은 고딕" charset="0"/>
              <a:ea typeface="맑은 고딕" charset="0"/>
            </a:endParaRPr>
          </a:p>
        </p:txBody>
      </p:sp>
      <p:sp>
        <p:nvSpPr>
          <p:cNvPr id="70" name="텍스트 상자 20"/>
          <p:cNvSpPr txBox="1">
            <a:spLocks/>
          </p:cNvSpPr>
          <p:nvPr/>
        </p:nvSpPr>
        <p:spPr>
          <a:xfrm rot="0">
            <a:off x="169545" y="4552315"/>
            <a:ext cx="1050925" cy="308610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sz="1400">
                <a:latin typeface="맑은 고딕" charset="0"/>
                <a:ea typeface="맑은 고딕" charset="0"/>
              </a:rPr>
              <a:t>회망 </a:t>
            </a:r>
            <a:r>
              <a:rPr sz="1400">
                <a:latin typeface="맑은 고딕" charset="0"/>
                <a:ea typeface="맑은 고딕" charset="0"/>
              </a:rPr>
              <a:t>부서</a:t>
            </a:r>
            <a:endParaRPr lang="ko-KR" altLang="en-US" sz="1400">
              <a:latin typeface="맑은 고딕" charset="0"/>
              <a:ea typeface="맑은 고딕" charset="0"/>
            </a:endParaRPr>
          </a:p>
        </p:txBody>
      </p:sp>
      <p:sp>
        <p:nvSpPr>
          <p:cNvPr id="71" name="도형 21"/>
          <p:cNvSpPr>
            <a:spLocks/>
          </p:cNvSpPr>
          <p:nvPr/>
        </p:nvSpPr>
        <p:spPr>
          <a:xfrm rot="0">
            <a:off x="2493645" y="4685030"/>
            <a:ext cx="254000" cy="241935"/>
          </a:xfrm>
          <a:prstGeom prst="rect"/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800">
                <a:latin typeface="맑은 고딕" charset="0"/>
                <a:ea typeface="맑은 고딕" charset="0"/>
              </a:rPr>
              <a:t>2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72" name="도형 22"/>
          <p:cNvSpPr>
            <a:spLocks/>
          </p:cNvSpPr>
          <p:nvPr/>
        </p:nvSpPr>
        <p:spPr>
          <a:xfrm rot="0">
            <a:off x="2958465" y="2263775"/>
            <a:ext cx="254000" cy="241935"/>
          </a:xfrm>
          <a:prstGeom prst="rect"/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800">
                <a:latin typeface="맑은 고딕" charset="0"/>
                <a:ea typeface="맑은 고딕" charset="0"/>
              </a:rPr>
              <a:t>3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3755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4</Pages>
  <Paragraphs>98</Paragraphs>
  <Words>160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User</dc:creator>
  <cp:lastModifiedBy>dlgkfkddlekd</cp:lastModifiedBy>
  <dc:title>PowerPoint 프레젠테이션</dc:title>
  <cp:version>10.105.293.56114</cp:version>
  <dcterms:modified xsi:type="dcterms:W3CDTF">2026-02-13T00:24:19Z</dcterms:modified>
</cp:coreProperties>
</file>