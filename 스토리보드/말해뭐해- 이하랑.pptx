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sldIdLst>
    <p:sldId id="258" r:id="rId2"/>
    <p:sldId id="262" r:id="rId3"/>
    <p:sldId id="263" r:id="rId4"/>
    <p:sldId id="264" r:id="rId5"/>
    <p:sldId id="265" r:id="rId6"/>
    <p:sldId id="266" r:id="rId7"/>
    <p:sldId id="267" r:id="rId8"/>
    <p:sldId id="261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AC7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95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24A6F4-C8D4-DB8B-73E4-3D178C5444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8207499-825C-B9C8-646B-AF7C2CAF53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03E4B09-16CF-2753-2E83-2247BF182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D95115-F59A-3DA2-4E61-58E9AA990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D99476-EDDA-EFC9-1A78-38D8A3767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4854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49B083-EE68-5AEE-A055-5982CBF45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9544C7-DF2D-3659-058E-A7A590B2C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62733-31BD-5682-8660-E805A8E3B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E809B-A0DC-DEF8-5ED5-9601E45CE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728357-689D-C730-2680-4A9728986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44952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5C0C6-AA05-006B-054E-40A3387B6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6F4A51D-3AC8-A592-3FE4-B03B9A9318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B91BE93-510C-00EC-CEB0-944DD4292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82CE79-8970-E733-2B8D-7B6CF3B73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88F34E-6DFC-D6E2-646B-580ADF8A5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44094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EBA546-69E0-D7D6-AADA-3160937C7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F08457-5A79-3F91-8AF5-46EE1BB42E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A10BD2-EA9F-A5A6-4842-A6AE6EBECA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1883518-6B6A-FB92-7891-CB510B3CD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29E7900-73A9-8121-3D75-7A878DC8A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C6DD6E9-C7C1-E724-9FB8-D199CC28B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60007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97F38E-BDE4-6E08-1B99-6F777AF24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C5A06AD-A2FE-5C8E-92FA-E893D2E7BC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EB446F4-AA79-8597-C54D-C746910EF6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3DADBC9-F19B-0882-AB7A-7FA86A61E2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CFADD55-998C-CCC9-59AE-97D4F5F9E4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50C6C21-B399-2B6E-7FBF-6F9AA389A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6376D58-1A30-40A5-70D5-D6F81DB02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88CF3B6-5D79-39F5-949C-2DC579C99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566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718DEA-8F28-21EE-9D5C-D6E76384A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8AA2B01-9D16-EBCE-512E-090C074B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E6B3C4E-1ACB-1FFF-B599-FC3CE83E6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94D119-9411-31F7-5DDF-3760E07E2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2032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EB9B424-7D0A-298B-9ECB-1886F4955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909CEEC-7E1B-950F-21D4-DD9FC8BA5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82D6D-F4F7-E562-A8C8-75E6FD90B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1981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831721-2A28-241C-6E21-7F00F3949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F04AF5-05F7-2313-A6DC-664294C934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43E805-E6EA-61EE-CAE1-3FD1B79D22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032AE1-3053-D3B5-E90D-397C26DAD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2957E43-2625-D959-BAB3-65DCCF36E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6F72280-4845-3AF7-D7C0-58A683119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16481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3BDDD1-F85C-3797-710B-2AC41F0FE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817A89A-5688-121E-C7DA-29845A0957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5BBC2A3-13AC-086B-4EDE-8FF7A24EA3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C598460-1080-2F0C-C706-2DD4C24A2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EF44486-2E29-8DA0-2B8E-06FA99D85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8B2A659-18BE-D7D6-0D63-6DFA15E40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44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E1EED3-0856-F40A-1C34-9C41B3B47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FA6BD5F-72DA-92BA-0BC3-644F9FF2E9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0CA111-A093-FCA0-4AB9-AC346C052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35B4D2-990A-8B18-6B1D-A2C8F8267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5D3FFE-4B1C-6AB9-C716-08F8C218B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791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AC7DD6F-3963-CA67-7202-D2DEBE8FEC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C4498E3-2536-9611-E6F8-7EC5786DBF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1DC528-CF45-E435-CEFC-BF7448398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EECF64-127E-E1FC-2557-433D06D30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CD0C42-0489-4C57-1538-0059C8A65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82040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C123606-E183-50D2-B829-30C817808C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66AA26-1C78-F419-16AC-D39C9C8CF5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304444-7FDC-462B-C52E-D2D0BC048E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1F9FB3-2CD1-4D44-960D-916E49AE9A8D}" type="datetimeFigureOut">
              <a:rPr lang="ko-KR" altLang="en-US" smtClean="0"/>
              <a:t>2026-02-19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DAD9D6-DB79-9A8B-74B8-B93FECFD96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D828D61-BFF7-F59A-9D62-E10221F16F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E2D840-C91C-4E87-9ADE-CA95CF79C5F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2458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/>
          <p:cNvGraphicFramePr>
            <a:graphicFrameLocks noGrp="1"/>
          </p:cNvGraphicFramePr>
          <p:nvPr/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로그인화면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표 5"/>
          <p:cNvGraphicFramePr>
            <a:graphicFrameLocks noGrp="1"/>
          </p:cNvGraphicFramePr>
          <p:nvPr/>
        </p:nvGraphicFramePr>
        <p:xfrm>
          <a:off x="8603615" y="1179830"/>
          <a:ext cx="3587750" cy="5675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98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23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ko-KR" sz="1200" b="0" i="0" kern="120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이력서 저장 =&gt; 로그인 필요</a:t>
                      </a:r>
                      <a:endParaRPr lang="ko-KR" altLang="en-US" sz="1200" b="0" i="0" kern="120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회원이 아닐시 =&gt; 회원가입 클릭 후 회원가입 페이지 이동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4805" y="1186180"/>
            <a:ext cx="6988810" cy="64262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79830"/>
            <a:ext cx="1614805" cy="64262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60"/>
            <a:ext cx="161480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C375A08-6020-229B-720A-CCF1713FB7BB}"/>
              </a:ext>
            </a:extLst>
          </p:cNvPr>
          <p:cNvGrpSpPr/>
          <p:nvPr/>
        </p:nvGrpSpPr>
        <p:grpSpPr>
          <a:xfrm>
            <a:off x="848649" y="2571751"/>
            <a:ext cx="7010456" cy="3314696"/>
            <a:chOff x="2148839" y="2619374"/>
            <a:chExt cx="4410075" cy="2085181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B3E2EA07-A3FC-3C08-C040-EEF995954124}"/>
                </a:ext>
              </a:extLst>
            </p:cNvPr>
            <p:cNvSpPr/>
            <p:nvPr/>
          </p:nvSpPr>
          <p:spPr>
            <a:xfrm>
              <a:off x="2148839" y="4229099"/>
              <a:ext cx="4391025" cy="47545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로그인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86BD0985-602D-6C5A-5DE0-DAE2BFC71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48839" y="2619374"/>
              <a:ext cx="4410075" cy="1609725"/>
            </a:xfrm>
            <a:prstGeom prst="rect">
              <a:avLst/>
            </a:prstGeom>
          </p:spPr>
        </p:pic>
      </p:grpSp>
      <p:sp>
        <p:nvSpPr>
          <p:cNvPr id="58" name="도형 3"/>
          <p:cNvSpPr>
            <a:spLocks/>
          </p:cNvSpPr>
          <p:nvPr/>
        </p:nvSpPr>
        <p:spPr>
          <a:xfrm>
            <a:off x="727883" y="2362835"/>
            <a:ext cx="404782" cy="38459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 dirty="0">
                <a:latin typeface="맑은 고딕" charset="0"/>
                <a:ea typeface="맑은 고딕" charset="0"/>
              </a:rPr>
              <a:t>1</a:t>
            </a:r>
            <a:endParaRPr lang="ko-KR" altLang="en-US" dirty="0"/>
          </a:p>
        </p:txBody>
      </p:sp>
      <p:sp>
        <p:nvSpPr>
          <p:cNvPr id="59" name="도형 4"/>
          <p:cNvSpPr>
            <a:spLocks/>
          </p:cNvSpPr>
          <p:nvPr/>
        </p:nvSpPr>
        <p:spPr>
          <a:xfrm>
            <a:off x="818366" y="5106322"/>
            <a:ext cx="404782" cy="38459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1</a:t>
            </a:r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4BDA8E8-4B60-2AB3-C0A5-18A8DDF46973}"/>
              </a:ext>
            </a:extLst>
          </p:cNvPr>
          <p:cNvSpPr/>
          <p:nvPr/>
        </p:nvSpPr>
        <p:spPr>
          <a:xfrm>
            <a:off x="854261" y="5873592"/>
            <a:ext cx="6980182" cy="50787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혹시 회원이 </a:t>
            </a:r>
            <a:r>
              <a:rPr lang="ko-KR" altLang="en-US" sz="1400" dirty="0" err="1"/>
              <a:t>아니신가요</a:t>
            </a:r>
            <a:r>
              <a:rPr lang="en-US" altLang="ko-KR" sz="1400" dirty="0"/>
              <a:t>? </a:t>
            </a:r>
            <a:r>
              <a:rPr lang="ko-KR" altLang="en-US" sz="1400" dirty="0">
                <a:solidFill>
                  <a:srgbClr val="FFFF00"/>
                </a:solidFill>
              </a:rPr>
              <a:t>회원가입</a:t>
            </a:r>
          </a:p>
        </p:txBody>
      </p:sp>
      <p:sp>
        <p:nvSpPr>
          <p:cNvPr id="60" name="도형 5"/>
          <p:cNvSpPr>
            <a:spLocks/>
          </p:cNvSpPr>
          <p:nvPr/>
        </p:nvSpPr>
        <p:spPr>
          <a:xfrm>
            <a:off x="5710678" y="5942293"/>
            <a:ext cx="384594" cy="31796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dirty="0"/>
              <a:t>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69288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5607192"/>
              </p:ext>
            </p:extLst>
          </p:nvPr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tx1"/>
                          </a:solidFill>
                        </a:rPr>
                        <a:t>회원가입(개인정보동의서)</a:t>
                      </a:r>
                      <a:endParaRPr lang="ko-KR" altLang="en-US" sz="12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ko-KR" sz="1400" b="0" i="0" kern="1200" dirty="0">
                          <a:solidFill>
                            <a:schemeClr val="tx1"/>
                          </a:solidFill>
                        </a:rPr>
                        <a:t>회원가입(개인정보동의서)</a:t>
                      </a:r>
                      <a:endParaRPr lang="ko-KR" altLang="en-US" sz="14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161757"/>
              </p:ext>
            </p:extLst>
          </p:nvPr>
        </p:nvGraphicFramePr>
        <p:xfrm>
          <a:off x="8603615" y="1179830"/>
          <a:ext cx="3587750" cy="5675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98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23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ko-KR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회원가입을 위한 개인정보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수집 동의</a:t>
                      </a:r>
                      <a:r>
                        <a:rPr lang="ko-KR" altLang="ko-KR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 체크</a:t>
                      </a:r>
                      <a:endParaRPr lang="ko-KR" altLang="en-US" sz="1200" b="0" i="0" kern="1200" dirty="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다음 클릭시 =&gt; 회원가입 페이지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ect 0"/>
          <p:cNvSpPr>
            <a:spLocks/>
          </p:cNvSpPr>
          <p:nvPr/>
        </p:nvSpPr>
        <p:spPr>
          <a:xfrm>
            <a:off x="1614805" y="1186180"/>
            <a:ext cx="6989445" cy="6432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Rect 0"/>
          <p:cNvSpPr>
            <a:spLocks/>
          </p:cNvSpPr>
          <p:nvPr/>
        </p:nvSpPr>
        <p:spPr>
          <a:xfrm>
            <a:off x="0" y="1179830"/>
            <a:ext cx="1615440" cy="64325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/>
              <a:t>로고</a:t>
            </a:r>
          </a:p>
        </p:txBody>
      </p:sp>
      <p:sp>
        <p:nvSpPr>
          <p:cNvPr id="54" name="Rect 0"/>
          <p:cNvSpPr>
            <a:spLocks/>
          </p:cNvSpPr>
          <p:nvPr/>
        </p:nvSpPr>
        <p:spPr>
          <a:xfrm>
            <a:off x="43180" y="1829435"/>
            <a:ext cx="8603615" cy="402653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/>
          </a:p>
        </p:txBody>
      </p:sp>
      <p:sp>
        <p:nvSpPr>
          <p:cNvPr id="56" name="Rect 0"/>
          <p:cNvSpPr txBox="1">
            <a:spLocks/>
          </p:cNvSpPr>
          <p:nvPr/>
        </p:nvSpPr>
        <p:spPr>
          <a:xfrm>
            <a:off x="6864350" y="1432560"/>
            <a:ext cx="1615440" cy="3086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400"/>
              <a:t>로그인 </a:t>
            </a:r>
            <a:r>
              <a:rPr lang="en-US" altLang="ko-KR" sz="1400"/>
              <a:t>| </a:t>
            </a:r>
            <a:r>
              <a:rPr lang="ko-KR" altLang="en-US" sz="1400"/>
              <a:t>회원가입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3EC8718-22B0-CFD6-AEAD-A429312CF181}"/>
              </a:ext>
            </a:extLst>
          </p:cNvPr>
          <p:cNvSpPr/>
          <p:nvPr/>
        </p:nvSpPr>
        <p:spPr>
          <a:xfrm>
            <a:off x="2743200" y="2716567"/>
            <a:ext cx="3352800" cy="240584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회원 가입</a:t>
            </a:r>
            <a:endParaRPr lang="en-US" altLang="ko-KR" dirty="0">
              <a:solidFill>
                <a:schemeClr val="tx1"/>
              </a:solidFill>
            </a:endParaRP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ko-KR" altLang="en-US" dirty="0"/>
          </a:p>
        </p:txBody>
      </p:sp>
      <p:sp>
        <p:nvSpPr>
          <p:cNvPr id="58" name="Rect 0"/>
          <p:cNvSpPr>
            <a:spLocks/>
          </p:cNvSpPr>
          <p:nvPr/>
        </p:nvSpPr>
        <p:spPr>
          <a:xfrm>
            <a:off x="2825750" y="2813685"/>
            <a:ext cx="254635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1</a:t>
            </a:r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1E08B80-6A49-214D-24A1-24C19D84D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325" y="4197043"/>
            <a:ext cx="2876550" cy="715244"/>
          </a:xfrm>
          <a:prstGeom prst="rect">
            <a:avLst/>
          </a:prstGeom>
        </p:spPr>
      </p:pic>
      <p:sp>
        <p:nvSpPr>
          <p:cNvPr id="59" name="도형 6"/>
          <p:cNvSpPr>
            <a:spLocks/>
          </p:cNvSpPr>
          <p:nvPr/>
        </p:nvSpPr>
        <p:spPr>
          <a:xfrm>
            <a:off x="5492433" y="4886831"/>
            <a:ext cx="604520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sz="1000" dirty="0"/>
              <a:t>다음</a:t>
            </a:r>
            <a:endParaRPr lang="ko-KR" altLang="en-US" sz="1000" dirty="0"/>
          </a:p>
        </p:txBody>
      </p:sp>
      <p:sp>
        <p:nvSpPr>
          <p:cNvPr id="60" name="도형 8"/>
          <p:cNvSpPr>
            <a:spLocks/>
          </p:cNvSpPr>
          <p:nvPr/>
        </p:nvSpPr>
        <p:spPr>
          <a:xfrm>
            <a:off x="5925503" y="4825926"/>
            <a:ext cx="187960" cy="15748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100" dirty="0"/>
              <a:t>2</a:t>
            </a:r>
            <a:endParaRPr lang="ko-KR" alt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6346127"/>
              </p:ext>
            </p:extLst>
          </p:nvPr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400" b="0" i="0" kern="120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endParaRPr lang="ko-KR" altLang="en-US" sz="14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ko-KR" sz="1400" b="0" i="0" kern="120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endParaRPr lang="ko-KR" altLang="en-US" sz="14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/>
        </p:nvGraphicFramePr>
        <p:xfrm>
          <a:off x="8603615" y="1179830"/>
          <a:ext cx="3587750" cy="5675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98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23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ko-KR" sz="1200" b="0" i="0" kern="120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회원가입을 위한 아이디(중복확인), 비밀번호, 비밀번호 확인 입력, 회원식별과 아이디를 까먹었을 경우를 대비한 이메일 입력</a:t>
                      </a:r>
                      <a:endParaRPr lang="ko-KR" altLang="en-US" sz="1200" b="0" i="0" kern="120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이전 클릭시 =&gt; 개인정보동의서로 돌아감</a:t>
                      </a: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회원가입 클릭시 =&gt; 회원가입 성공!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ect 0"/>
          <p:cNvSpPr>
            <a:spLocks/>
          </p:cNvSpPr>
          <p:nvPr/>
        </p:nvSpPr>
        <p:spPr>
          <a:xfrm>
            <a:off x="1614805" y="1186180"/>
            <a:ext cx="6989445" cy="6432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Rect 0"/>
          <p:cNvSpPr>
            <a:spLocks/>
          </p:cNvSpPr>
          <p:nvPr/>
        </p:nvSpPr>
        <p:spPr>
          <a:xfrm>
            <a:off x="0" y="1179830"/>
            <a:ext cx="1615440" cy="64325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/>
              <a:t>로고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B1D1E10-0DF7-A652-5F40-A44382019FBD}"/>
              </a:ext>
            </a:extLst>
          </p:cNvPr>
          <p:cNvSpPr/>
          <p:nvPr/>
        </p:nvSpPr>
        <p:spPr>
          <a:xfrm>
            <a:off x="1586144" y="2242819"/>
            <a:ext cx="5666912" cy="342900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56" name="Rect 0"/>
          <p:cNvSpPr txBox="1">
            <a:spLocks/>
          </p:cNvSpPr>
          <p:nvPr/>
        </p:nvSpPr>
        <p:spPr>
          <a:xfrm>
            <a:off x="6864350" y="1432560"/>
            <a:ext cx="1615440" cy="3086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sp>
        <p:nvSpPr>
          <p:cNvPr id="58" name="Rect 0"/>
          <p:cNvSpPr>
            <a:spLocks/>
          </p:cNvSpPr>
          <p:nvPr/>
        </p:nvSpPr>
        <p:spPr>
          <a:xfrm>
            <a:off x="1583069" y="2171008"/>
            <a:ext cx="254635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</a:rPr>
              <a:t>1</a:t>
            </a:r>
            <a:endParaRPr lang="ko-KR" altLang="en-US"/>
          </a:p>
        </p:txBody>
      </p:sp>
      <p:sp>
        <p:nvSpPr>
          <p:cNvPr id="60" name="도형 7"/>
          <p:cNvSpPr>
            <a:spLocks/>
          </p:cNvSpPr>
          <p:nvPr/>
        </p:nvSpPr>
        <p:spPr>
          <a:xfrm>
            <a:off x="1585509" y="5296736"/>
            <a:ext cx="851698" cy="37508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000"/>
              <a:t>이전</a:t>
            </a:r>
            <a:endParaRPr lang="ko-KR" altLang="en-US" sz="1000"/>
          </a:p>
        </p:txBody>
      </p:sp>
      <p:sp>
        <p:nvSpPr>
          <p:cNvPr id="59" name="Rect 0"/>
          <p:cNvSpPr>
            <a:spLocks/>
          </p:cNvSpPr>
          <p:nvPr/>
        </p:nvSpPr>
        <p:spPr>
          <a:xfrm>
            <a:off x="6400723" y="5313164"/>
            <a:ext cx="852333" cy="35865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000"/>
              <a:t>회원가</a:t>
            </a:r>
            <a:r>
              <a:rPr lang="ko-KR" sz="1000"/>
              <a:t>입</a:t>
            </a:r>
            <a:endParaRPr lang="ko-KR" altLang="en-US" sz="1000"/>
          </a:p>
        </p:txBody>
      </p:sp>
      <p:sp>
        <p:nvSpPr>
          <p:cNvPr id="61" name="도형 9"/>
          <p:cNvSpPr>
            <a:spLocks/>
          </p:cNvSpPr>
          <p:nvPr/>
        </p:nvSpPr>
        <p:spPr>
          <a:xfrm>
            <a:off x="6113239" y="2780708"/>
            <a:ext cx="760090" cy="23445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sz="1000" dirty="0" err="1"/>
              <a:t>중복확인</a:t>
            </a:r>
            <a:endParaRPr lang="ko-KR" altLang="en-US" sz="1000" dirty="0"/>
          </a:p>
        </p:txBody>
      </p:sp>
      <p:sp>
        <p:nvSpPr>
          <p:cNvPr id="62" name="도형 11"/>
          <p:cNvSpPr>
            <a:spLocks/>
          </p:cNvSpPr>
          <p:nvPr/>
        </p:nvSpPr>
        <p:spPr>
          <a:xfrm>
            <a:off x="2210917" y="5201607"/>
            <a:ext cx="254635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t>2</a:t>
            </a:r>
            <a:endParaRPr lang="ko-KR" altLang="en-US"/>
          </a:p>
        </p:txBody>
      </p:sp>
      <p:sp>
        <p:nvSpPr>
          <p:cNvPr id="63" name="도형 12"/>
          <p:cNvSpPr>
            <a:spLocks/>
          </p:cNvSpPr>
          <p:nvPr/>
        </p:nvSpPr>
        <p:spPr>
          <a:xfrm>
            <a:off x="6333805" y="5250556"/>
            <a:ext cx="254635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t>2</a:t>
            </a:r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B6CBB2B-AFEA-8A40-F45A-CB8743361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440" y="2780708"/>
            <a:ext cx="4087658" cy="17430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FA5C03D-3AB4-83C1-A995-C3A584F2BB27}"/>
              </a:ext>
            </a:extLst>
          </p:cNvPr>
          <p:cNvSpPr txBox="1"/>
          <p:nvPr/>
        </p:nvSpPr>
        <p:spPr>
          <a:xfrm>
            <a:off x="1583069" y="4684094"/>
            <a:ext cx="7102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*</a:t>
            </a:r>
            <a:r>
              <a:rPr lang="ko-KR" altLang="en-US" sz="1200" dirty="0"/>
              <a:t>이메일</a:t>
            </a:r>
            <a:r>
              <a:rPr lang="en-US" altLang="ko-KR" sz="1200" dirty="0"/>
              <a:t>:</a:t>
            </a:r>
            <a:endParaRPr lang="ko-KR" altLang="en-US" sz="1200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C216619F-F22E-E6BD-A3D7-3BDCEF59E513}"/>
              </a:ext>
            </a:extLst>
          </p:cNvPr>
          <p:cNvGrpSpPr/>
          <p:nvPr/>
        </p:nvGrpSpPr>
        <p:grpSpPr>
          <a:xfrm>
            <a:off x="2938510" y="4716022"/>
            <a:ext cx="1890942" cy="276999"/>
            <a:chOff x="2938509" y="6118008"/>
            <a:chExt cx="2886556" cy="276999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D615B3B1-9C51-DB16-5889-CC3744083915}"/>
                </a:ext>
              </a:extLst>
            </p:cNvPr>
            <p:cNvSpPr/>
            <p:nvPr/>
          </p:nvSpPr>
          <p:spPr>
            <a:xfrm>
              <a:off x="2938509" y="6119302"/>
              <a:ext cx="2764589" cy="253073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DA836E7-AFBC-8439-ABAF-429AB0561519}"/>
                </a:ext>
              </a:extLst>
            </p:cNvPr>
            <p:cNvSpPr txBox="1"/>
            <p:nvPr/>
          </p:nvSpPr>
          <p:spPr>
            <a:xfrm>
              <a:off x="2938509" y="6118008"/>
              <a:ext cx="288655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>
                  <a:solidFill>
                    <a:srgbClr val="CAC7C7"/>
                  </a:solidFill>
                </a:rPr>
                <a:t>이메일을</a:t>
              </a:r>
              <a:r>
                <a:rPr lang="ko-KR" altLang="en-US" sz="1200" dirty="0"/>
                <a:t> </a:t>
              </a:r>
              <a:r>
                <a:rPr lang="ko-KR" altLang="en-US" sz="1200" dirty="0">
                  <a:solidFill>
                    <a:srgbClr val="CAC7C7"/>
                  </a:solidFill>
                </a:rPr>
                <a:t>입력해주세요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0AD46ABB-F75A-16CE-98A0-85BB19D673B6}"/>
              </a:ext>
            </a:extLst>
          </p:cNvPr>
          <p:cNvSpPr txBox="1"/>
          <p:nvPr/>
        </p:nvSpPr>
        <p:spPr>
          <a:xfrm>
            <a:off x="4692880" y="4662893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@</a:t>
            </a:r>
            <a:endParaRPr lang="ko-KR" altLang="en-US" sz="1400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BFCC678-17C8-320B-F842-54AE0ADF7A16}"/>
              </a:ext>
            </a:extLst>
          </p:cNvPr>
          <p:cNvGrpSpPr/>
          <p:nvPr/>
        </p:nvGrpSpPr>
        <p:grpSpPr>
          <a:xfrm>
            <a:off x="4981365" y="4710267"/>
            <a:ext cx="1198646" cy="276999"/>
            <a:chOff x="2938509" y="6118008"/>
            <a:chExt cx="2886556" cy="276999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BB4A5A4A-2E1F-A0FA-6CE7-04011064260B}"/>
                </a:ext>
              </a:extLst>
            </p:cNvPr>
            <p:cNvSpPr/>
            <p:nvPr/>
          </p:nvSpPr>
          <p:spPr>
            <a:xfrm>
              <a:off x="2938509" y="6119302"/>
              <a:ext cx="2764589" cy="253073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7CA7BD-B345-A523-E49B-961812B576F4}"/>
                </a:ext>
              </a:extLst>
            </p:cNvPr>
            <p:cNvSpPr txBox="1"/>
            <p:nvPr/>
          </p:nvSpPr>
          <p:spPr>
            <a:xfrm>
              <a:off x="2938509" y="6118008"/>
              <a:ext cx="288655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/>
                <a:t> </a:t>
              </a:r>
              <a:r>
                <a:rPr lang="ko-KR" altLang="en-US" sz="1200" dirty="0">
                  <a:solidFill>
                    <a:srgbClr val="CAC7C7"/>
                  </a:solidFill>
                </a:rPr>
                <a:t>직접입력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64CBAD7F-1C6B-7F87-C039-6B509943A67B}"/>
              </a:ext>
            </a:extLst>
          </p:cNvPr>
          <p:cNvGrpSpPr/>
          <p:nvPr/>
        </p:nvGrpSpPr>
        <p:grpSpPr>
          <a:xfrm>
            <a:off x="5896466" y="4731253"/>
            <a:ext cx="215977" cy="215977"/>
            <a:chOff x="5896466" y="4731253"/>
            <a:chExt cx="215977" cy="215977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5CAF02AF-5778-6E22-8216-8E0EC1416323}"/>
                </a:ext>
              </a:extLst>
            </p:cNvPr>
            <p:cNvSpPr/>
            <p:nvPr/>
          </p:nvSpPr>
          <p:spPr>
            <a:xfrm>
              <a:off x="5896466" y="4731253"/>
              <a:ext cx="215977" cy="215977"/>
            </a:xfrm>
            <a:prstGeom prst="round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화살표: 오른쪽 18">
              <a:extLst>
                <a:ext uri="{FF2B5EF4-FFF2-40B4-BE49-F238E27FC236}">
                  <a16:creationId xmlns:a16="http://schemas.microsoft.com/office/drawing/2014/main" id="{8F6D8224-5396-E276-BC00-67BAF54D8A0E}"/>
                </a:ext>
              </a:extLst>
            </p:cNvPr>
            <p:cNvSpPr/>
            <p:nvPr/>
          </p:nvSpPr>
          <p:spPr>
            <a:xfrm rot="5400000">
              <a:off x="5945698" y="4785083"/>
              <a:ext cx="117511" cy="138875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1819958"/>
              </p:ext>
            </p:extLst>
          </p:nvPr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비밀번호 변경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비밀번호 변경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1999704"/>
              </p:ext>
            </p:extLst>
          </p:nvPr>
        </p:nvGraphicFramePr>
        <p:xfrm>
          <a:off x="8603615" y="1179830"/>
          <a:ext cx="3587750" cy="5675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98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23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비밀번호 변경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새 비밀번호로 변경가능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endParaRPr lang="en-US" altLang="ko-KR" sz="1200" b="0" i="0" kern="1200" dirty="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본인확인을 위해 이메일 입력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제출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이력서를 제출하여 저장 및 분석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5" name="직사각형 14">
            <a:extLst>
              <a:ext uri="{FF2B5EF4-FFF2-40B4-BE49-F238E27FC236}">
                <a16:creationId xmlns:a16="http://schemas.microsoft.com/office/drawing/2014/main" id="{38F39DE2-7618-2235-33CE-58D87DCD7958}"/>
              </a:ext>
            </a:extLst>
          </p:cNvPr>
          <p:cNvSpPr/>
          <p:nvPr/>
        </p:nvSpPr>
        <p:spPr>
          <a:xfrm>
            <a:off x="0" y="2034157"/>
            <a:ext cx="8604250" cy="35410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Rect 0">
            <a:extLst>
              <a:ext uri="{FF2B5EF4-FFF2-40B4-BE49-F238E27FC236}">
                <a16:creationId xmlns:a16="http://schemas.microsoft.com/office/drawing/2014/main" id="{111D21E6-AFF5-D672-EC9A-070E70DE8612}"/>
              </a:ext>
            </a:extLst>
          </p:cNvPr>
          <p:cNvSpPr>
            <a:spLocks/>
          </p:cNvSpPr>
          <p:nvPr/>
        </p:nvSpPr>
        <p:spPr>
          <a:xfrm>
            <a:off x="1270" y="2040507"/>
            <a:ext cx="8602980" cy="45106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dirty="0"/>
          </a:p>
        </p:txBody>
      </p:sp>
      <p:sp>
        <p:nvSpPr>
          <p:cNvPr id="60" name="도형 7"/>
          <p:cNvSpPr>
            <a:spLocks/>
          </p:cNvSpPr>
          <p:nvPr/>
        </p:nvSpPr>
        <p:spPr>
          <a:xfrm>
            <a:off x="3316455" y="2040508"/>
            <a:ext cx="2288394" cy="45106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이력서 제출</a:t>
            </a:r>
          </a:p>
        </p:txBody>
      </p:sp>
      <p:sp>
        <p:nvSpPr>
          <p:cNvPr id="62" name="도형 11"/>
          <p:cNvSpPr>
            <a:spLocks/>
          </p:cNvSpPr>
          <p:nvPr/>
        </p:nvSpPr>
        <p:spPr>
          <a:xfrm>
            <a:off x="3255431" y="2044462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t>2</a:t>
            </a:r>
            <a:endParaRPr lang="ko-KR" altLang="en-US"/>
          </a:p>
        </p:txBody>
      </p:sp>
      <p:sp>
        <p:nvSpPr>
          <p:cNvPr id="59" name="Rect 0"/>
          <p:cNvSpPr>
            <a:spLocks/>
          </p:cNvSpPr>
          <p:nvPr/>
        </p:nvSpPr>
        <p:spPr>
          <a:xfrm>
            <a:off x="189428" y="2034158"/>
            <a:ext cx="2238242" cy="46346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비밀번호 변경</a:t>
            </a:r>
          </a:p>
        </p:txBody>
      </p:sp>
      <p:sp>
        <p:nvSpPr>
          <p:cNvPr id="63" name="도형 12"/>
          <p:cNvSpPr>
            <a:spLocks/>
          </p:cNvSpPr>
          <p:nvPr/>
        </p:nvSpPr>
        <p:spPr>
          <a:xfrm>
            <a:off x="-24651" y="2027807"/>
            <a:ext cx="474226" cy="48212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1</a:t>
            </a:r>
            <a:endParaRPr lang="ko-KR" altLang="en-US" dirty="0"/>
          </a:p>
        </p:txBody>
      </p:sp>
      <p:sp>
        <p:nvSpPr>
          <p:cNvPr id="3" name="도형 7">
            <a:extLst>
              <a:ext uri="{FF2B5EF4-FFF2-40B4-BE49-F238E27FC236}">
                <a16:creationId xmlns:a16="http://schemas.microsoft.com/office/drawing/2014/main" id="{E11AC317-F845-75B5-7094-1D66DDA3FB3C}"/>
              </a:ext>
            </a:extLst>
          </p:cNvPr>
          <p:cNvSpPr>
            <a:spLocks/>
          </p:cNvSpPr>
          <p:nvPr/>
        </p:nvSpPr>
        <p:spPr>
          <a:xfrm>
            <a:off x="6316174" y="2036109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회원 탈퇴</a:t>
            </a:r>
          </a:p>
        </p:txBody>
      </p:sp>
      <p:sp>
        <p:nvSpPr>
          <p:cNvPr id="8" name="도형 11">
            <a:extLst>
              <a:ext uri="{FF2B5EF4-FFF2-40B4-BE49-F238E27FC236}">
                <a16:creationId xmlns:a16="http://schemas.microsoft.com/office/drawing/2014/main" id="{835CDFC4-CB3D-D6E6-39FA-B0723CB3A654}"/>
              </a:ext>
            </a:extLst>
          </p:cNvPr>
          <p:cNvSpPr>
            <a:spLocks/>
          </p:cNvSpPr>
          <p:nvPr/>
        </p:nvSpPr>
        <p:spPr>
          <a:xfrm>
            <a:off x="6193998" y="2038112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3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6948E5-7821-359C-C2C2-C346B50B19CD}"/>
              </a:ext>
            </a:extLst>
          </p:cNvPr>
          <p:cNvSpPr txBox="1"/>
          <p:nvPr/>
        </p:nvSpPr>
        <p:spPr>
          <a:xfrm>
            <a:off x="625086" y="3834566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비밀번호 확인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D86CB2-2A1B-3FAD-4A2C-5441A2ABD61F}"/>
              </a:ext>
            </a:extLst>
          </p:cNvPr>
          <p:cNvSpPr txBox="1"/>
          <p:nvPr/>
        </p:nvSpPr>
        <p:spPr>
          <a:xfrm>
            <a:off x="781849" y="3220811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새 비밀번호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05A924-93AC-CB04-FE89-5166B9A5130A}"/>
              </a:ext>
            </a:extLst>
          </p:cNvPr>
          <p:cNvSpPr txBox="1"/>
          <p:nvPr/>
        </p:nvSpPr>
        <p:spPr>
          <a:xfrm>
            <a:off x="1378771" y="44619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이메일 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237859A-296A-6CCB-DEEC-6DE94EBF17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325" y="3282518"/>
            <a:ext cx="3211333" cy="29296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DB7BC7F-697C-65EE-C924-A378F3F07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7670" y="3608218"/>
            <a:ext cx="1771650" cy="20955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F397A5A7-8799-1C38-3FDE-B97E28F066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0325" y="3855868"/>
            <a:ext cx="3204524" cy="329232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D382778A-DC27-AE50-04CF-9320765AD0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0325" y="4191450"/>
            <a:ext cx="1933575" cy="200025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BCB9D8C4-E67C-ABA8-A319-8CAAA46D8867}"/>
              </a:ext>
            </a:extLst>
          </p:cNvPr>
          <p:cNvGrpSpPr/>
          <p:nvPr/>
        </p:nvGrpSpPr>
        <p:grpSpPr>
          <a:xfrm>
            <a:off x="2427670" y="4557149"/>
            <a:ext cx="1890943" cy="276999"/>
            <a:chOff x="2938509" y="6118008"/>
            <a:chExt cx="2886556" cy="276999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9E1544BB-ECE9-33BB-3FEE-BBC260D5F67F}"/>
                </a:ext>
              </a:extLst>
            </p:cNvPr>
            <p:cNvSpPr/>
            <p:nvPr/>
          </p:nvSpPr>
          <p:spPr>
            <a:xfrm>
              <a:off x="2938509" y="6119302"/>
              <a:ext cx="2764589" cy="253073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603A92A-5B98-CD54-1B5A-24F7B4279F12}"/>
                </a:ext>
              </a:extLst>
            </p:cNvPr>
            <p:cNvSpPr txBox="1"/>
            <p:nvPr/>
          </p:nvSpPr>
          <p:spPr>
            <a:xfrm>
              <a:off x="2938509" y="6118008"/>
              <a:ext cx="288655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>
                  <a:solidFill>
                    <a:srgbClr val="CAC7C7"/>
                  </a:solidFill>
                </a:rPr>
                <a:t>이메일을</a:t>
              </a:r>
              <a:r>
                <a:rPr lang="ko-KR" altLang="en-US" sz="1200" dirty="0"/>
                <a:t> </a:t>
              </a:r>
              <a:r>
                <a:rPr lang="ko-KR" altLang="en-US" sz="1200" dirty="0">
                  <a:solidFill>
                    <a:srgbClr val="CAC7C7"/>
                  </a:solidFill>
                </a:rPr>
                <a:t>입력해주세요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0DD5CE17-2CEB-D249-F836-229ED96C1E34}"/>
              </a:ext>
            </a:extLst>
          </p:cNvPr>
          <p:cNvSpPr txBox="1"/>
          <p:nvPr/>
        </p:nvSpPr>
        <p:spPr>
          <a:xfrm>
            <a:off x="4182041" y="4504020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@</a:t>
            </a:r>
            <a:endParaRPr lang="ko-KR" altLang="en-US" sz="1400" dirty="0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6007F9E5-75C4-9A91-FBAD-3B5F879495AF}"/>
              </a:ext>
            </a:extLst>
          </p:cNvPr>
          <p:cNvGrpSpPr/>
          <p:nvPr/>
        </p:nvGrpSpPr>
        <p:grpSpPr>
          <a:xfrm>
            <a:off x="4470526" y="4551394"/>
            <a:ext cx="1198646" cy="276999"/>
            <a:chOff x="2938509" y="6118008"/>
            <a:chExt cx="2886556" cy="276999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5C909F0F-1C67-7228-78AF-DB54ED1A3DF8}"/>
                </a:ext>
              </a:extLst>
            </p:cNvPr>
            <p:cNvSpPr/>
            <p:nvPr/>
          </p:nvSpPr>
          <p:spPr>
            <a:xfrm>
              <a:off x="2938509" y="6119302"/>
              <a:ext cx="2764589" cy="253073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7BE02F1-3CFC-7863-107D-45BCE10CF0EC}"/>
                </a:ext>
              </a:extLst>
            </p:cNvPr>
            <p:cNvSpPr txBox="1"/>
            <p:nvPr/>
          </p:nvSpPr>
          <p:spPr>
            <a:xfrm>
              <a:off x="2938509" y="6118008"/>
              <a:ext cx="288655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/>
                <a:t> </a:t>
              </a:r>
              <a:r>
                <a:rPr lang="ko-KR" altLang="en-US" sz="1200" dirty="0">
                  <a:solidFill>
                    <a:srgbClr val="CAC7C7"/>
                  </a:solidFill>
                </a:rPr>
                <a:t>직접입력</a:t>
              </a:r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3487E52D-1930-A898-AB78-14593FA16D57}"/>
              </a:ext>
            </a:extLst>
          </p:cNvPr>
          <p:cNvGrpSpPr/>
          <p:nvPr/>
        </p:nvGrpSpPr>
        <p:grpSpPr>
          <a:xfrm>
            <a:off x="5385627" y="4572380"/>
            <a:ext cx="215977" cy="215977"/>
            <a:chOff x="5896466" y="4731253"/>
            <a:chExt cx="215977" cy="215977"/>
          </a:xfrm>
        </p:grpSpPr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A5257B66-A037-E997-D65C-EF0A108334B5}"/>
                </a:ext>
              </a:extLst>
            </p:cNvPr>
            <p:cNvSpPr/>
            <p:nvPr/>
          </p:nvSpPr>
          <p:spPr>
            <a:xfrm>
              <a:off x="5896466" y="4731253"/>
              <a:ext cx="215977" cy="215977"/>
            </a:xfrm>
            <a:prstGeom prst="round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화살표: 오른쪽 35">
              <a:extLst>
                <a:ext uri="{FF2B5EF4-FFF2-40B4-BE49-F238E27FC236}">
                  <a16:creationId xmlns:a16="http://schemas.microsoft.com/office/drawing/2014/main" id="{A22A62DD-C950-0D98-DF80-45428EA51A8B}"/>
                </a:ext>
              </a:extLst>
            </p:cNvPr>
            <p:cNvSpPr/>
            <p:nvPr/>
          </p:nvSpPr>
          <p:spPr>
            <a:xfrm rot="5400000">
              <a:off x="5945698" y="4785083"/>
              <a:ext cx="117511" cy="138875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78D53A54-94A3-2B4D-E817-28EA1E4C81B1}"/>
              </a:ext>
            </a:extLst>
          </p:cNvPr>
          <p:cNvGrpSpPr/>
          <p:nvPr/>
        </p:nvGrpSpPr>
        <p:grpSpPr>
          <a:xfrm>
            <a:off x="0" y="1179830"/>
            <a:ext cx="8604250" cy="649605"/>
            <a:chOff x="0" y="1179830"/>
            <a:chExt cx="8604250" cy="649605"/>
          </a:xfrm>
        </p:grpSpPr>
        <p:sp>
          <p:nvSpPr>
            <p:cNvPr id="7" name="Rect 0"/>
            <p:cNvSpPr>
              <a:spLocks/>
            </p:cNvSpPr>
            <p:nvPr/>
          </p:nvSpPr>
          <p:spPr>
            <a:xfrm>
              <a:off x="1614805" y="1186180"/>
              <a:ext cx="6989445" cy="64325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 0"/>
            <p:cNvSpPr>
              <a:spLocks/>
            </p:cNvSpPr>
            <p:nvPr/>
          </p:nvSpPr>
          <p:spPr>
            <a:xfrm>
              <a:off x="0" y="1179830"/>
              <a:ext cx="1615440" cy="643255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r>
                <a:rPr lang="ko-KR" altLang="en-US"/>
                <a:t>로고</a:t>
              </a:r>
            </a:p>
          </p:txBody>
        </p:sp>
      </p:grpSp>
      <p:sp>
        <p:nvSpPr>
          <p:cNvPr id="40" name="Rect 0">
            <a:extLst>
              <a:ext uri="{FF2B5EF4-FFF2-40B4-BE49-F238E27FC236}">
                <a16:creationId xmlns:a16="http://schemas.microsoft.com/office/drawing/2014/main" id="{12E02901-DF68-CB43-34E5-E2B721D1E79D}"/>
              </a:ext>
            </a:extLst>
          </p:cNvPr>
          <p:cNvSpPr txBox="1">
            <a:spLocks/>
          </p:cNvSpPr>
          <p:nvPr/>
        </p:nvSpPr>
        <p:spPr>
          <a:xfrm>
            <a:off x="6477888" y="1432560"/>
            <a:ext cx="2001902" cy="307777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</a:t>
            </a:r>
            <a:r>
              <a:rPr lang="en-US" altLang="ko-KR" sz="1400" dirty="0"/>
              <a:t>| </a:t>
            </a:r>
            <a:r>
              <a:rPr lang="ko-KR" altLang="en-US" sz="1400" dirty="0"/>
              <a:t>로그아웃</a:t>
            </a:r>
          </a:p>
        </p:txBody>
      </p:sp>
    </p:spTree>
    <p:extLst>
      <p:ext uri="{BB962C8B-B14F-4D97-AF65-F5344CB8AC3E}">
        <p14:creationId xmlns:p14="http://schemas.microsoft.com/office/powerpoint/2010/main" val="2700932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7652049"/>
              </p:ext>
            </p:extLst>
          </p:nvPr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이력서 제출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이력서 제출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5206786"/>
              </p:ext>
            </p:extLst>
          </p:nvPr>
        </p:nvGraphicFramePr>
        <p:xfrm>
          <a:off x="8603615" y="1179831"/>
          <a:ext cx="3587750" cy="5875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8322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381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3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비밀번호 변경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새 비밀번호로 변경가능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956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제출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이력서를 제출하여 저장 및 분석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추가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File upload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가능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제출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여러 개 추가 가능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이름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수정가능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상세 페이지로 이동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33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33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추가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업로드 파일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선택후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=&gt;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업로드중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상태표시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133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1338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ect 0"/>
          <p:cNvSpPr>
            <a:spLocks/>
          </p:cNvSpPr>
          <p:nvPr/>
        </p:nvSpPr>
        <p:spPr>
          <a:xfrm>
            <a:off x="1614805" y="1186180"/>
            <a:ext cx="6989445" cy="6432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119D4E2-9406-F948-7599-05324664BAB4}"/>
              </a:ext>
            </a:extLst>
          </p:cNvPr>
          <p:cNvSpPr/>
          <p:nvPr/>
        </p:nvSpPr>
        <p:spPr>
          <a:xfrm>
            <a:off x="0" y="2034157"/>
            <a:ext cx="8604250" cy="35410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Rect 0"/>
          <p:cNvSpPr>
            <a:spLocks/>
          </p:cNvSpPr>
          <p:nvPr/>
        </p:nvSpPr>
        <p:spPr>
          <a:xfrm>
            <a:off x="0" y="1179830"/>
            <a:ext cx="1615440" cy="64325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/>
              <a:t>로고</a:t>
            </a:r>
          </a:p>
        </p:txBody>
      </p:sp>
      <p:sp>
        <p:nvSpPr>
          <p:cNvPr id="10" name="Rect 0">
            <a:extLst>
              <a:ext uri="{FF2B5EF4-FFF2-40B4-BE49-F238E27FC236}">
                <a16:creationId xmlns:a16="http://schemas.microsoft.com/office/drawing/2014/main" id="{223FBE72-6386-E704-C4D9-72AE262F6277}"/>
              </a:ext>
            </a:extLst>
          </p:cNvPr>
          <p:cNvSpPr>
            <a:spLocks/>
          </p:cNvSpPr>
          <p:nvPr/>
        </p:nvSpPr>
        <p:spPr>
          <a:xfrm>
            <a:off x="1270" y="2040507"/>
            <a:ext cx="8602980" cy="45106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dirty="0"/>
          </a:p>
        </p:txBody>
      </p:sp>
      <p:sp>
        <p:nvSpPr>
          <p:cNvPr id="56" name="Rect 0"/>
          <p:cNvSpPr txBox="1">
            <a:spLocks/>
          </p:cNvSpPr>
          <p:nvPr/>
        </p:nvSpPr>
        <p:spPr>
          <a:xfrm>
            <a:off x="6864350" y="1432560"/>
            <a:ext cx="1615440" cy="3086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400"/>
              <a:t>로그인 </a:t>
            </a:r>
            <a:r>
              <a:rPr lang="en-US" altLang="ko-KR" sz="1400"/>
              <a:t>| </a:t>
            </a:r>
            <a:r>
              <a:rPr lang="ko-KR" altLang="en-US" sz="1400"/>
              <a:t>회원가입</a:t>
            </a:r>
          </a:p>
        </p:txBody>
      </p:sp>
      <p:sp>
        <p:nvSpPr>
          <p:cNvPr id="60" name="도형 7"/>
          <p:cNvSpPr>
            <a:spLocks/>
          </p:cNvSpPr>
          <p:nvPr/>
        </p:nvSpPr>
        <p:spPr>
          <a:xfrm>
            <a:off x="3376019" y="2054768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이력서 제출</a:t>
            </a:r>
          </a:p>
        </p:txBody>
      </p:sp>
      <p:sp>
        <p:nvSpPr>
          <p:cNvPr id="62" name="도형 11"/>
          <p:cNvSpPr>
            <a:spLocks/>
          </p:cNvSpPr>
          <p:nvPr/>
        </p:nvSpPr>
        <p:spPr>
          <a:xfrm>
            <a:off x="3255431" y="2045083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t>2</a:t>
            </a:r>
            <a:endParaRPr lang="ko-KR" altLang="en-US"/>
          </a:p>
        </p:txBody>
      </p:sp>
      <p:sp>
        <p:nvSpPr>
          <p:cNvPr id="59" name="Rect 0"/>
          <p:cNvSpPr>
            <a:spLocks/>
          </p:cNvSpPr>
          <p:nvPr/>
        </p:nvSpPr>
        <p:spPr>
          <a:xfrm>
            <a:off x="189428" y="2034157"/>
            <a:ext cx="2238242" cy="48212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비밀번호 변경</a:t>
            </a:r>
          </a:p>
        </p:txBody>
      </p:sp>
      <p:sp>
        <p:nvSpPr>
          <p:cNvPr id="63" name="도형 12"/>
          <p:cNvSpPr>
            <a:spLocks/>
          </p:cNvSpPr>
          <p:nvPr/>
        </p:nvSpPr>
        <p:spPr>
          <a:xfrm>
            <a:off x="0" y="2027807"/>
            <a:ext cx="474226" cy="48212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1</a:t>
            </a:r>
            <a:endParaRPr lang="ko-KR" altLang="en-US" dirty="0"/>
          </a:p>
        </p:txBody>
      </p:sp>
      <p:sp>
        <p:nvSpPr>
          <p:cNvPr id="3" name="도형 7">
            <a:extLst>
              <a:ext uri="{FF2B5EF4-FFF2-40B4-BE49-F238E27FC236}">
                <a16:creationId xmlns:a16="http://schemas.microsoft.com/office/drawing/2014/main" id="{E11AC317-F845-75B5-7094-1D66DDA3FB3C}"/>
              </a:ext>
            </a:extLst>
          </p:cNvPr>
          <p:cNvSpPr>
            <a:spLocks/>
          </p:cNvSpPr>
          <p:nvPr/>
        </p:nvSpPr>
        <p:spPr>
          <a:xfrm>
            <a:off x="6314586" y="2054768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회원 탈퇴</a:t>
            </a:r>
          </a:p>
        </p:txBody>
      </p:sp>
      <p:sp>
        <p:nvSpPr>
          <p:cNvPr id="8" name="도형 11">
            <a:extLst>
              <a:ext uri="{FF2B5EF4-FFF2-40B4-BE49-F238E27FC236}">
                <a16:creationId xmlns:a16="http://schemas.microsoft.com/office/drawing/2014/main" id="{835CDFC4-CB3D-D6E6-39FA-B0723CB3A654}"/>
              </a:ext>
            </a:extLst>
          </p:cNvPr>
          <p:cNvSpPr>
            <a:spLocks/>
          </p:cNvSpPr>
          <p:nvPr/>
        </p:nvSpPr>
        <p:spPr>
          <a:xfrm>
            <a:off x="6193998" y="2047977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3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CAAB487-1D73-BA25-6A2C-27F51F425823}"/>
              </a:ext>
            </a:extLst>
          </p:cNvPr>
          <p:cNvSpPr/>
          <p:nvPr/>
        </p:nvSpPr>
        <p:spPr>
          <a:xfrm>
            <a:off x="7306157" y="2628589"/>
            <a:ext cx="1109709" cy="337351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추가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BE78240-3B9A-872C-E26F-349AC68E7FF0}"/>
              </a:ext>
            </a:extLst>
          </p:cNvPr>
          <p:cNvSpPr/>
          <p:nvPr/>
        </p:nvSpPr>
        <p:spPr>
          <a:xfrm>
            <a:off x="255802" y="3727581"/>
            <a:ext cx="7972316" cy="3373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이력서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F8A164-8D06-E00D-0FC0-F0A0DE4EFBCC}"/>
              </a:ext>
            </a:extLst>
          </p:cNvPr>
          <p:cNvSpPr/>
          <p:nvPr/>
        </p:nvSpPr>
        <p:spPr>
          <a:xfrm>
            <a:off x="255802" y="3258927"/>
            <a:ext cx="7972316" cy="3373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이력서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DBE360-C77A-9D9C-7FED-3F67BAEAAC81}"/>
              </a:ext>
            </a:extLst>
          </p:cNvPr>
          <p:cNvSpPr/>
          <p:nvPr/>
        </p:nvSpPr>
        <p:spPr>
          <a:xfrm>
            <a:off x="255802" y="4239708"/>
            <a:ext cx="7972316" cy="3373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이력서</a:t>
            </a:r>
            <a:r>
              <a:rPr lang="en-US" altLang="ko-KR" dirty="0"/>
              <a:t>3</a:t>
            </a:r>
            <a:endParaRPr lang="ko-KR" altLang="en-US" dirty="0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518D2A61-AD33-CE3F-31BC-832B4A29E163}"/>
              </a:ext>
            </a:extLst>
          </p:cNvPr>
          <p:cNvGrpSpPr/>
          <p:nvPr/>
        </p:nvGrpSpPr>
        <p:grpSpPr>
          <a:xfrm>
            <a:off x="0" y="1179830"/>
            <a:ext cx="8604250" cy="649605"/>
            <a:chOff x="0" y="1179830"/>
            <a:chExt cx="8604250" cy="649605"/>
          </a:xfrm>
        </p:grpSpPr>
        <p:sp>
          <p:nvSpPr>
            <p:cNvPr id="12" name="Rect 0">
              <a:extLst>
                <a:ext uri="{FF2B5EF4-FFF2-40B4-BE49-F238E27FC236}">
                  <a16:creationId xmlns:a16="http://schemas.microsoft.com/office/drawing/2014/main" id="{BC94ABBA-65D9-2760-80E9-1BDC8EED6E08}"/>
                </a:ext>
              </a:extLst>
            </p:cNvPr>
            <p:cNvSpPr>
              <a:spLocks/>
            </p:cNvSpPr>
            <p:nvPr/>
          </p:nvSpPr>
          <p:spPr>
            <a:xfrm>
              <a:off x="1614805" y="1186180"/>
              <a:ext cx="6989445" cy="64325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Rect 0">
              <a:extLst>
                <a:ext uri="{FF2B5EF4-FFF2-40B4-BE49-F238E27FC236}">
                  <a16:creationId xmlns:a16="http://schemas.microsoft.com/office/drawing/2014/main" id="{83CA0977-6B3E-CF2A-9B5B-6C2AB060EDD8}"/>
                </a:ext>
              </a:extLst>
            </p:cNvPr>
            <p:cNvSpPr>
              <a:spLocks/>
            </p:cNvSpPr>
            <p:nvPr/>
          </p:nvSpPr>
          <p:spPr>
            <a:xfrm>
              <a:off x="0" y="1179830"/>
              <a:ext cx="1615440" cy="643255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r>
                <a:rPr lang="ko-KR" altLang="en-US"/>
                <a:t>로고</a:t>
              </a:r>
            </a:p>
          </p:txBody>
        </p:sp>
      </p:grp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5AC017-0086-881E-0B23-3124E7A822FB}"/>
              </a:ext>
            </a:extLst>
          </p:cNvPr>
          <p:cNvSpPr/>
          <p:nvPr/>
        </p:nvSpPr>
        <p:spPr>
          <a:xfrm>
            <a:off x="255802" y="4727483"/>
            <a:ext cx="7972316" cy="337351"/>
          </a:xfrm>
          <a:prstGeom prst="rect">
            <a:avLst/>
          </a:prstGeom>
          <a:solidFill>
            <a:schemeClr val="tx1">
              <a:lumMod val="50000"/>
              <a:lumOff val="50000"/>
              <a:alpha val="76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bg1">
                    <a:lumMod val="75000"/>
                  </a:schemeClr>
                </a:solidFill>
              </a:rPr>
              <a:t>이력서 업로드</a:t>
            </a:r>
            <a:r>
              <a:rPr lang="en-US" altLang="ko-KR" dirty="0">
                <a:solidFill>
                  <a:schemeClr val="bg1">
                    <a:lumMod val="75000"/>
                  </a:schemeClr>
                </a:solidFill>
              </a:rPr>
              <a:t>…</a:t>
            </a:r>
            <a:endParaRPr lang="ko-KR" alt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도형 11">
            <a:extLst>
              <a:ext uri="{FF2B5EF4-FFF2-40B4-BE49-F238E27FC236}">
                <a16:creationId xmlns:a16="http://schemas.microsoft.com/office/drawing/2014/main" id="{1C6D1165-DD95-D752-3BB6-60267C408971}"/>
              </a:ext>
            </a:extLst>
          </p:cNvPr>
          <p:cNvSpPr>
            <a:spLocks/>
          </p:cNvSpPr>
          <p:nvPr/>
        </p:nvSpPr>
        <p:spPr>
          <a:xfrm>
            <a:off x="87204" y="4647816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4</a:t>
            </a:r>
            <a:endParaRPr lang="ko-KR" altLang="en-US" dirty="0"/>
          </a:p>
        </p:txBody>
      </p:sp>
      <p:sp>
        <p:nvSpPr>
          <p:cNvPr id="19" name="Rect 0">
            <a:extLst>
              <a:ext uri="{FF2B5EF4-FFF2-40B4-BE49-F238E27FC236}">
                <a16:creationId xmlns:a16="http://schemas.microsoft.com/office/drawing/2014/main" id="{DAAE2FF2-417B-79E4-E67A-C511399D9D23}"/>
              </a:ext>
            </a:extLst>
          </p:cNvPr>
          <p:cNvSpPr txBox="1">
            <a:spLocks/>
          </p:cNvSpPr>
          <p:nvPr/>
        </p:nvSpPr>
        <p:spPr>
          <a:xfrm>
            <a:off x="6477888" y="1432560"/>
            <a:ext cx="2001902" cy="307777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</a:t>
            </a:r>
            <a:r>
              <a:rPr lang="en-US" altLang="ko-KR" sz="1400" dirty="0"/>
              <a:t>| </a:t>
            </a:r>
            <a:r>
              <a:rPr lang="ko-KR" altLang="en-US" sz="1400" dirty="0"/>
              <a:t>로그아웃</a:t>
            </a: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00F79247-3204-5EEB-4006-7BC7C88E3BE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0627" y="3293635"/>
            <a:ext cx="245530" cy="245530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A40057BD-949F-27CA-6390-E952486682F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0627" y="3782687"/>
            <a:ext cx="245530" cy="245530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0111174E-FBE2-6F44-1698-FC320B6E86B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0627" y="4257900"/>
            <a:ext cx="245530" cy="24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572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6785323"/>
              </p:ext>
            </p:extLst>
          </p:nvPr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이력서 제출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상세 정보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이력서 제출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상세 정보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9850924"/>
              </p:ext>
            </p:extLst>
          </p:nvPr>
        </p:nvGraphicFramePr>
        <p:xfrm>
          <a:off x="8603615" y="1179830"/>
          <a:ext cx="3587750" cy="57003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98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23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비밀번호 변경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새 비밀번호로 변경가능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제출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이력서를 제출하여 저장 및 분석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상세 정보 페이지 이동시 파일 이름과 파일에서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JSON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으로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파씽하여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가져온 텍스트 결과 출력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이름 수정가능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직사각형 11">
            <a:extLst>
              <a:ext uri="{FF2B5EF4-FFF2-40B4-BE49-F238E27FC236}">
                <a16:creationId xmlns:a16="http://schemas.microsoft.com/office/drawing/2014/main" id="{A8FEDF69-D164-8B80-5A19-8644D1AA87BD}"/>
              </a:ext>
            </a:extLst>
          </p:cNvPr>
          <p:cNvSpPr/>
          <p:nvPr/>
        </p:nvSpPr>
        <p:spPr>
          <a:xfrm>
            <a:off x="0" y="2034157"/>
            <a:ext cx="8604250" cy="35410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Rect 0"/>
          <p:cNvSpPr>
            <a:spLocks/>
          </p:cNvSpPr>
          <p:nvPr/>
        </p:nvSpPr>
        <p:spPr>
          <a:xfrm>
            <a:off x="1614805" y="1186180"/>
            <a:ext cx="6989445" cy="6432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Rect 0"/>
          <p:cNvSpPr>
            <a:spLocks/>
          </p:cNvSpPr>
          <p:nvPr/>
        </p:nvSpPr>
        <p:spPr>
          <a:xfrm>
            <a:off x="0" y="1179830"/>
            <a:ext cx="1615440" cy="64325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/>
              <a:t>로고</a:t>
            </a:r>
          </a:p>
        </p:txBody>
      </p:sp>
      <p:sp>
        <p:nvSpPr>
          <p:cNvPr id="56" name="Rect 0"/>
          <p:cNvSpPr txBox="1">
            <a:spLocks/>
          </p:cNvSpPr>
          <p:nvPr/>
        </p:nvSpPr>
        <p:spPr>
          <a:xfrm>
            <a:off x="6864350" y="1432560"/>
            <a:ext cx="1615440" cy="3086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400"/>
              <a:t>로그인 </a:t>
            </a:r>
            <a:r>
              <a:rPr lang="en-US" altLang="ko-KR" sz="1400"/>
              <a:t>| </a:t>
            </a:r>
            <a:r>
              <a:rPr lang="ko-KR" altLang="en-US" sz="1400"/>
              <a:t>회원가입</a:t>
            </a:r>
          </a:p>
        </p:txBody>
      </p:sp>
      <p:sp>
        <p:nvSpPr>
          <p:cNvPr id="18" name="Rect 0">
            <a:extLst>
              <a:ext uri="{FF2B5EF4-FFF2-40B4-BE49-F238E27FC236}">
                <a16:creationId xmlns:a16="http://schemas.microsoft.com/office/drawing/2014/main" id="{293958AA-F577-0516-2E5D-E10903F9229A}"/>
              </a:ext>
            </a:extLst>
          </p:cNvPr>
          <p:cNvSpPr>
            <a:spLocks/>
          </p:cNvSpPr>
          <p:nvPr/>
        </p:nvSpPr>
        <p:spPr>
          <a:xfrm>
            <a:off x="1270" y="2040507"/>
            <a:ext cx="8602980" cy="45106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dirty="0"/>
          </a:p>
        </p:txBody>
      </p:sp>
      <p:sp>
        <p:nvSpPr>
          <p:cNvPr id="60" name="도형 7"/>
          <p:cNvSpPr>
            <a:spLocks/>
          </p:cNvSpPr>
          <p:nvPr/>
        </p:nvSpPr>
        <p:spPr>
          <a:xfrm>
            <a:off x="3292061" y="2034247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이력서 제출</a:t>
            </a:r>
          </a:p>
        </p:txBody>
      </p:sp>
      <p:sp>
        <p:nvSpPr>
          <p:cNvPr id="62" name="도형 11"/>
          <p:cNvSpPr>
            <a:spLocks/>
          </p:cNvSpPr>
          <p:nvPr/>
        </p:nvSpPr>
        <p:spPr>
          <a:xfrm>
            <a:off x="3170560" y="2042875"/>
            <a:ext cx="485736" cy="440764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dirty="0"/>
              <a:t>2</a:t>
            </a:r>
            <a:endParaRPr lang="ko-KR" altLang="en-US" dirty="0"/>
          </a:p>
        </p:txBody>
      </p:sp>
      <p:sp>
        <p:nvSpPr>
          <p:cNvPr id="59" name="Rect 0"/>
          <p:cNvSpPr>
            <a:spLocks/>
          </p:cNvSpPr>
          <p:nvPr/>
        </p:nvSpPr>
        <p:spPr>
          <a:xfrm>
            <a:off x="170739" y="2032571"/>
            <a:ext cx="2238242" cy="45106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비밀번호 변경</a:t>
            </a:r>
          </a:p>
        </p:txBody>
      </p:sp>
      <p:sp>
        <p:nvSpPr>
          <p:cNvPr id="63" name="도형 12"/>
          <p:cNvSpPr>
            <a:spLocks/>
          </p:cNvSpPr>
          <p:nvPr/>
        </p:nvSpPr>
        <p:spPr>
          <a:xfrm>
            <a:off x="0" y="2034158"/>
            <a:ext cx="474226" cy="44076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1</a:t>
            </a:r>
            <a:endParaRPr lang="ko-KR" altLang="en-US" dirty="0"/>
          </a:p>
        </p:txBody>
      </p:sp>
      <p:sp>
        <p:nvSpPr>
          <p:cNvPr id="3" name="도형 7">
            <a:extLst>
              <a:ext uri="{FF2B5EF4-FFF2-40B4-BE49-F238E27FC236}">
                <a16:creationId xmlns:a16="http://schemas.microsoft.com/office/drawing/2014/main" id="{E11AC317-F845-75B5-7094-1D66DDA3FB3C}"/>
              </a:ext>
            </a:extLst>
          </p:cNvPr>
          <p:cNvSpPr>
            <a:spLocks/>
          </p:cNvSpPr>
          <p:nvPr/>
        </p:nvSpPr>
        <p:spPr>
          <a:xfrm>
            <a:off x="6316174" y="2045706"/>
            <a:ext cx="2288394" cy="4379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회원 탈퇴</a:t>
            </a:r>
          </a:p>
        </p:txBody>
      </p:sp>
      <p:sp>
        <p:nvSpPr>
          <p:cNvPr id="8" name="도형 11">
            <a:extLst>
              <a:ext uri="{FF2B5EF4-FFF2-40B4-BE49-F238E27FC236}">
                <a16:creationId xmlns:a16="http://schemas.microsoft.com/office/drawing/2014/main" id="{835CDFC4-CB3D-D6E6-39FA-B0723CB3A654}"/>
              </a:ext>
            </a:extLst>
          </p:cNvPr>
          <p:cNvSpPr>
            <a:spLocks/>
          </p:cNvSpPr>
          <p:nvPr/>
        </p:nvSpPr>
        <p:spPr>
          <a:xfrm>
            <a:off x="6183124" y="2034157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3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E0126EA-A74B-2296-1256-F2460606E52D}"/>
              </a:ext>
            </a:extLst>
          </p:cNvPr>
          <p:cNvSpPr/>
          <p:nvPr/>
        </p:nvSpPr>
        <p:spPr>
          <a:xfrm>
            <a:off x="346447" y="2764162"/>
            <a:ext cx="7972316" cy="3373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이력서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3ED47C6-15DA-F7B6-DF2E-ED80BD8221B0}"/>
              </a:ext>
            </a:extLst>
          </p:cNvPr>
          <p:cNvSpPr/>
          <p:nvPr/>
        </p:nvSpPr>
        <p:spPr>
          <a:xfrm>
            <a:off x="345812" y="3091649"/>
            <a:ext cx="6000700" cy="3373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파일 이름</a:t>
            </a:r>
            <a:r>
              <a:rPr lang="en-US" altLang="ko-KR" dirty="0"/>
              <a:t>: ex) 20250219.jpg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5F35AB0-4514-4073-55ED-89749DF86D9F}"/>
              </a:ext>
            </a:extLst>
          </p:cNvPr>
          <p:cNvSpPr/>
          <p:nvPr/>
        </p:nvSpPr>
        <p:spPr>
          <a:xfrm>
            <a:off x="345811" y="3437483"/>
            <a:ext cx="7972951" cy="213769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이력서에서 텍스트로 뽑아낸 분석결과물</a:t>
            </a:r>
            <a:r>
              <a:rPr lang="en-US" altLang="ko-KR" dirty="0"/>
              <a:t>:</a:t>
            </a:r>
          </a:p>
          <a:p>
            <a:pPr algn="ctr"/>
            <a:r>
              <a:rPr lang="en-US" altLang="ko-KR" dirty="0"/>
              <a:t>Ex) </a:t>
            </a:r>
          </a:p>
          <a:p>
            <a:pPr algn="ctr"/>
            <a:r>
              <a:rPr lang="en-US" altLang="ko-KR" dirty="0"/>
              <a:t>    </a:t>
            </a:r>
            <a:r>
              <a:rPr lang="ko-KR" altLang="en-US" dirty="0"/>
              <a:t>이름</a:t>
            </a:r>
            <a:r>
              <a:rPr lang="en-US" altLang="ko-KR" dirty="0"/>
              <a:t>: </a:t>
            </a:r>
            <a:r>
              <a:rPr lang="ko-KR" altLang="en-US" dirty="0"/>
              <a:t>홍길동</a:t>
            </a:r>
            <a:endParaRPr lang="en-US" altLang="ko-KR" dirty="0"/>
          </a:p>
          <a:p>
            <a:pPr algn="ctr"/>
            <a:r>
              <a:rPr lang="en-US" altLang="ko-KR" dirty="0"/>
              <a:t>    </a:t>
            </a:r>
            <a:r>
              <a:rPr lang="ko-KR" altLang="en-US" dirty="0"/>
              <a:t>학력</a:t>
            </a:r>
            <a:r>
              <a:rPr lang="en-US" altLang="ko-KR" dirty="0"/>
              <a:t>: </a:t>
            </a:r>
            <a:r>
              <a:rPr lang="ko-KR" altLang="en-US" dirty="0"/>
              <a:t>서울대학교</a:t>
            </a:r>
            <a:endParaRPr lang="en-US" altLang="ko-KR" dirty="0"/>
          </a:p>
          <a:p>
            <a:pPr algn="ctr"/>
            <a:r>
              <a:rPr lang="ko-KR" altLang="en-US" dirty="0"/>
              <a:t> 자격증</a:t>
            </a:r>
            <a:r>
              <a:rPr lang="en-US" altLang="ko-KR" dirty="0"/>
              <a:t>: </a:t>
            </a:r>
            <a:r>
              <a:rPr lang="ko-KR" altLang="en-US" dirty="0"/>
              <a:t>컴퓨터 활용 </a:t>
            </a:r>
            <a:r>
              <a:rPr lang="en-US" altLang="ko-KR" dirty="0"/>
              <a:t>1</a:t>
            </a:r>
            <a:r>
              <a:rPr lang="ko-KR" altLang="en-US" dirty="0"/>
              <a:t>급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DB1907C-35C2-27F8-DDC3-6895EBCB15C5}"/>
              </a:ext>
            </a:extLst>
          </p:cNvPr>
          <p:cNvGrpSpPr/>
          <p:nvPr/>
        </p:nvGrpSpPr>
        <p:grpSpPr>
          <a:xfrm>
            <a:off x="0" y="1179830"/>
            <a:ext cx="8604250" cy="649605"/>
            <a:chOff x="0" y="1179830"/>
            <a:chExt cx="8604250" cy="649605"/>
          </a:xfrm>
        </p:grpSpPr>
        <p:sp>
          <p:nvSpPr>
            <p:cNvPr id="14" name="Rect 0">
              <a:extLst>
                <a:ext uri="{FF2B5EF4-FFF2-40B4-BE49-F238E27FC236}">
                  <a16:creationId xmlns:a16="http://schemas.microsoft.com/office/drawing/2014/main" id="{ECA33566-60D3-D1B7-D02C-6DEA4F863470}"/>
                </a:ext>
              </a:extLst>
            </p:cNvPr>
            <p:cNvSpPr>
              <a:spLocks/>
            </p:cNvSpPr>
            <p:nvPr/>
          </p:nvSpPr>
          <p:spPr>
            <a:xfrm>
              <a:off x="1614805" y="1186180"/>
              <a:ext cx="6989445" cy="64325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Rect 0">
              <a:extLst>
                <a:ext uri="{FF2B5EF4-FFF2-40B4-BE49-F238E27FC236}">
                  <a16:creationId xmlns:a16="http://schemas.microsoft.com/office/drawing/2014/main" id="{C6619C9B-1B00-894C-F264-E38C99CB06BD}"/>
                </a:ext>
              </a:extLst>
            </p:cNvPr>
            <p:cNvSpPr>
              <a:spLocks/>
            </p:cNvSpPr>
            <p:nvPr/>
          </p:nvSpPr>
          <p:spPr>
            <a:xfrm>
              <a:off x="0" y="1179830"/>
              <a:ext cx="1615440" cy="643255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r>
                <a:rPr lang="ko-KR" altLang="en-US"/>
                <a:t>로고</a:t>
              </a:r>
            </a:p>
          </p:txBody>
        </p:sp>
      </p:grpSp>
      <p:sp>
        <p:nvSpPr>
          <p:cNvPr id="19" name="Rect 0">
            <a:extLst>
              <a:ext uri="{FF2B5EF4-FFF2-40B4-BE49-F238E27FC236}">
                <a16:creationId xmlns:a16="http://schemas.microsoft.com/office/drawing/2014/main" id="{B959FD19-1A29-BF61-FB5E-BB8F65405B86}"/>
              </a:ext>
            </a:extLst>
          </p:cNvPr>
          <p:cNvSpPr txBox="1">
            <a:spLocks/>
          </p:cNvSpPr>
          <p:nvPr/>
        </p:nvSpPr>
        <p:spPr>
          <a:xfrm>
            <a:off x="6477888" y="1432560"/>
            <a:ext cx="2001902" cy="307777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</a:t>
            </a:r>
            <a:r>
              <a:rPr lang="en-US" altLang="ko-KR" sz="1400" dirty="0"/>
              <a:t>| </a:t>
            </a:r>
            <a:r>
              <a:rPr lang="ko-KR" altLang="en-US" sz="1400" dirty="0"/>
              <a:t>로그아웃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036DA901-035E-3583-A990-4F51FB5B2C2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0627" y="2798627"/>
            <a:ext cx="245530" cy="245530"/>
          </a:xfrm>
          <a:prstGeom prst="rect">
            <a:avLst/>
          </a:prstGeom>
        </p:spPr>
      </p:pic>
      <p:sp>
        <p:nvSpPr>
          <p:cNvPr id="22" name="도형 11">
            <a:extLst>
              <a:ext uri="{FF2B5EF4-FFF2-40B4-BE49-F238E27FC236}">
                <a16:creationId xmlns:a16="http://schemas.microsoft.com/office/drawing/2014/main" id="{A6F8CBF4-BEF8-E24F-6320-E2308C7E9DFC}"/>
              </a:ext>
            </a:extLst>
          </p:cNvPr>
          <p:cNvSpPr>
            <a:spLocks/>
          </p:cNvSpPr>
          <p:nvPr/>
        </p:nvSpPr>
        <p:spPr>
          <a:xfrm>
            <a:off x="164172" y="2640003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330778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237710"/>
              </p:ext>
            </p:extLst>
          </p:nvPr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400" b="0" i="0" kern="1200" dirty="0">
                          <a:solidFill>
                            <a:schemeClr val="tx1"/>
                          </a:solidFill>
                        </a:rPr>
                        <a:t>– </a:t>
                      </a:r>
                      <a:r>
                        <a:rPr lang="ko-KR" altLang="en-US" sz="1400" b="0" i="0" kern="12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ECCF599E-B5C8-96C6-D8D5-1CA97FB3EBC8}"/>
              </a:ext>
            </a:extLst>
          </p:cNvPr>
          <p:cNvSpPr/>
          <p:nvPr/>
        </p:nvSpPr>
        <p:spPr>
          <a:xfrm>
            <a:off x="0" y="2034157"/>
            <a:ext cx="8604250" cy="35410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7978259"/>
              </p:ext>
            </p:extLst>
          </p:nvPr>
        </p:nvGraphicFramePr>
        <p:xfrm>
          <a:off x="8603615" y="1179830"/>
          <a:ext cx="3587750" cy="57003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98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723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비밀번호 변경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-&gt;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+mn-ea"/>
                          <a:cs typeface="+mn-cs"/>
                        </a:rPr>
                        <a:t>새 비밀번호로 변경가능</a:t>
                      </a:r>
                      <a:endParaRPr lang="en-US" altLang="ko-KR" sz="1200" b="0" i="0" kern="1200" dirty="0">
                        <a:solidFill>
                          <a:schemeClr val="dk1"/>
                        </a:solidFill>
                        <a:latin typeface="맑은 고딕" charset="0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 제출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이력서를 제출하여 저장 및 분석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endParaRPr lang="en-US" altLang="ko-KR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예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회원 탈퇴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처리후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메인페이지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아니요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클릭시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메인페이지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372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ect 0"/>
          <p:cNvSpPr>
            <a:spLocks/>
          </p:cNvSpPr>
          <p:nvPr/>
        </p:nvSpPr>
        <p:spPr>
          <a:xfrm>
            <a:off x="1614805" y="1186180"/>
            <a:ext cx="6989445" cy="6432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Rect 0"/>
          <p:cNvSpPr>
            <a:spLocks/>
          </p:cNvSpPr>
          <p:nvPr/>
        </p:nvSpPr>
        <p:spPr>
          <a:xfrm>
            <a:off x="0" y="1179830"/>
            <a:ext cx="1615440" cy="64325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r>
              <a:rPr lang="ko-KR" altLang="en-US"/>
              <a:t>로고</a:t>
            </a:r>
          </a:p>
        </p:txBody>
      </p:sp>
      <p:sp>
        <p:nvSpPr>
          <p:cNvPr id="56" name="Rect 0"/>
          <p:cNvSpPr txBox="1">
            <a:spLocks/>
          </p:cNvSpPr>
          <p:nvPr/>
        </p:nvSpPr>
        <p:spPr>
          <a:xfrm>
            <a:off x="6864350" y="1432560"/>
            <a:ext cx="1615440" cy="3086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>
              <a:buFontTx/>
              <a:buNone/>
            </a:pPr>
            <a:r>
              <a:rPr lang="ko-KR" altLang="en-US" sz="1400"/>
              <a:t>로그인 </a:t>
            </a:r>
            <a:r>
              <a:rPr lang="en-US" altLang="ko-KR" sz="1400"/>
              <a:t>| </a:t>
            </a:r>
            <a:r>
              <a:rPr lang="ko-KR" altLang="en-US" sz="1400"/>
              <a:t>회원가입</a:t>
            </a:r>
          </a:p>
        </p:txBody>
      </p:sp>
      <p:sp>
        <p:nvSpPr>
          <p:cNvPr id="11" name="Rect 0">
            <a:extLst>
              <a:ext uri="{FF2B5EF4-FFF2-40B4-BE49-F238E27FC236}">
                <a16:creationId xmlns:a16="http://schemas.microsoft.com/office/drawing/2014/main" id="{1B3158A0-80DB-3D71-4A39-64D006A68932}"/>
              </a:ext>
            </a:extLst>
          </p:cNvPr>
          <p:cNvSpPr>
            <a:spLocks/>
          </p:cNvSpPr>
          <p:nvPr/>
        </p:nvSpPr>
        <p:spPr>
          <a:xfrm>
            <a:off x="1270" y="2040507"/>
            <a:ext cx="8602980" cy="45106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dirty="0"/>
          </a:p>
        </p:txBody>
      </p:sp>
      <p:sp>
        <p:nvSpPr>
          <p:cNvPr id="60" name="도형 7"/>
          <p:cNvSpPr>
            <a:spLocks/>
          </p:cNvSpPr>
          <p:nvPr/>
        </p:nvSpPr>
        <p:spPr>
          <a:xfrm>
            <a:off x="3307910" y="2036990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이력서 제출</a:t>
            </a:r>
          </a:p>
        </p:txBody>
      </p:sp>
      <p:sp>
        <p:nvSpPr>
          <p:cNvPr id="62" name="도형 11"/>
          <p:cNvSpPr>
            <a:spLocks/>
          </p:cNvSpPr>
          <p:nvPr/>
        </p:nvSpPr>
        <p:spPr>
          <a:xfrm>
            <a:off x="3170560" y="2038112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t>2</a:t>
            </a:r>
            <a:endParaRPr lang="ko-KR" altLang="en-US"/>
          </a:p>
        </p:txBody>
      </p:sp>
      <p:sp>
        <p:nvSpPr>
          <p:cNvPr id="59" name="Rect 0"/>
          <p:cNvSpPr>
            <a:spLocks/>
          </p:cNvSpPr>
          <p:nvPr/>
        </p:nvSpPr>
        <p:spPr>
          <a:xfrm>
            <a:off x="189428" y="2034157"/>
            <a:ext cx="2238242" cy="48212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비밀번호 변경</a:t>
            </a:r>
          </a:p>
        </p:txBody>
      </p:sp>
      <p:sp>
        <p:nvSpPr>
          <p:cNvPr id="63" name="도형 12"/>
          <p:cNvSpPr>
            <a:spLocks/>
          </p:cNvSpPr>
          <p:nvPr/>
        </p:nvSpPr>
        <p:spPr>
          <a:xfrm>
            <a:off x="0" y="2027807"/>
            <a:ext cx="474226" cy="48212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1</a:t>
            </a:r>
            <a:endParaRPr lang="ko-KR" altLang="en-US" dirty="0"/>
          </a:p>
        </p:txBody>
      </p:sp>
      <p:sp>
        <p:nvSpPr>
          <p:cNvPr id="3" name="도형 7">
            <a:extLst>
              <a:ext uri="{FF2B5EF4-FFF2-40B4-BE49-F238E27FC236}">
                <a16:creationId xmlns:a16="http://schemas.microsoft.com/office/drawing/2014/main" id="{E11AC317-F845-75B5-7094-1D66DDA3FB3C}"/>
              </a:ext>
            </a:extLst>
          </p:cNvPr>
          <p:cNvSpPr>
            <a:spLocks/>
          </p:cNvSpPr>
          <p:nvPr/>
        </p:nvSpPr>
        <p:spPr>
          <a:xfrm>
            <a:off x="6315856" y="2036415"/>
            <a:ext cx="2288394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ko-KR" altLang="en-US" dirty="0"/>
              <a:t>회원 탈퇴</a:t>
            </a:r>
          </a:p>
        </p:txBody>
      </p:sp>
      <p:sp>
        <p:nvSpPr>
          <p:cNvPr id="8" name="도형 11">
            <a:extLst>
              <a:ext uri="{FF2B5EF4-FFF2-40B4-BE49-F238E27FC236}">
                <a16:creationId xmlns:a16="http://schemas.microsoft.com/office/drawing/2014/main" id="{835CDFC4-CB3D-D6E6-39FA-B0723CB3A654}"/>
              </a:ext>
            </a:extLst>
          </p:cNvPr>
          <p:cNvSpPr>
            <a:spLocks/>
          </p:cNvSpPr>
          <p:nvPr/>
        </p:nvSpPr>
        <p:spPr>
          <a:xfrm>
            <a:off x="6158821" y="2038112"/>
            <a:ext cx="485736" cy="4615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r>
              <a:rPr lang="en-US" dirty="0"/>
              <a:t>3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2A90766-E644-30DD-EFCC-2224B8BD4E12}"/>
              </a:ext>
            </a:extLst>
          </p:cNvPr>
          <p:cNvSpPr/>
          <p:nvPr/>
        </p:nvSpPr>
        <p:spPr>
          <a:xfrm>
            <a:off x="0" y="3217750"/>
            <a:ext cx="8602980" cy="1811450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회원 탈퇴 하시겠습니까</a:t>
            </a:r>
            <a:r>
              <a:rPr lang="en-US" altLang="ko-KR" dirty="0"/>
              <a:t>?</a:t>
            </a:r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예</a:t>
            </a:r>
            <a:r>
              <a:rPr lang="en-US" altLang="ko-KR" dirty="0"/>
              <a:t>	</a:t>
            </a:r>
            <a:r>
              <a:rPr lang="ko-KR" altLang="en-US" dirty="0"/>
              <a:t>아니요</a:t>
            </a:r>
            <a:endParaRPr lang="en-US" altLang="ko-KR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C5D159DA-4049-DD15-495A-BB000740201A}"/>
              </a:ext>
            </a:extLst>
          </p:cNvPr>
          <p:cNvGrpSpPr/>
          <p:nvPr/>
        </p:nvGrpSpPr>
        <p:grpSpPr>
          <a:xfrm>
            <a:off x="0" y="1179830"/>
            <a:ext cx="8604250" cy="649605"/>
            <a:chOff x="0" y="1179830"/>
            <a:chExt cx="8604250" cy="649605"/>
          </a:xfrm>
        </p:grpSpPr>
        <p:sp>
          <p:nvSpPr>
            <p:cNvPr id="14" name="Rect 0">
              <a:extLst>
                <a:ext uri="{FF2B5EF4-FFF2-40B4-BE49-F238E27FC236}">
                  <a16:creationId xmlns:a16="http://schemas.microsoft.com/office/drawing/2014/main" id="{35359C33-FF18-16AE-5FB3-ADE4D10AACC8}"/>
                </a:ext>
              </a:extLst>
            </p:cNvPr>
            <p:cNvSpPr>
              <a:spLocks/>
            </p:cNvSpPr>
            <p:nvPr/>
          </p:nvSpPr>
          <p:spPr>
            <a:xfrm>
              <a:off x="1614805" y="1186180"/>
              <a:ext cx="6989445" cy="64325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Rect 0">
              <a:extLst>
                <a:ext uri="{FF2B5EF4-FFF2-40B4-BE49-F238E27FC236}">
                  <a16:creationId xmlns:a16="http://schemas.microsoft.com/office/drawing/2014/main" id="{BC71486F-2405-655B-B00D-AB363A9C9462}"/>
                </a:ext>
              </a:extLst>
            </p:cNvPr>
            <p:cNvSpPr>
              <a:spLocks/>
            </p:cNvSpPr>
            <p:nvPr/>
          </p:nvSpPr>
          <p:spPr>
            <a:xfrm>
              <a:off x="0" y="1179830"/>
              <a:ext cx="1615440" cy="643255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r>
                <a:rPr lang="ko-KR" altLang="en-US"/>
                <a:t>로고</a:t>
              </a:r>
            </a:p>
          </p:txBody>
        </p:sp>
      </p:grpSp>
      <p:sp>
        <p:nvSpPr>
          <p:cNvPr id="18" name="Rect 0">
            <a:extLst>
              <a:ext uri="{FF2B5EF4-FFF2-40B4-BE49-F238E27FC236}">
                <a16:creationId xmlns:a16="http://schemas.microsoft.com/office/drawing/2014/main" id="{515C90D8-C61B-390E-A44D-F8ED2A0228B7}"/>
              </a:ext>
            </a:extLst>
          </p:cNvPr>
          <p:cNvSpPr txBox="1">
            <a:spLocks/>
          </p:cNvSpPr>
          <p:nvPr/>
        </p:nvSpPr>
        <p:spPr>
          <a:xfrm>
            <a:off x="6602348" y="1408363"/>
            <a:ext cx="2001902" cy="307777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r>
              <a:rPr lang="en-US" altLang="ko-KR" sz="1400" dirty="0"/>
              <a:t>OOO</a:t>
            </a:r>
            <a:r>
              <a:rPr lang="ko-KR" altLang="en-US" sz="1400" dirty="0"/>
              <a:t>님 </a:t>
            </a:r>
            <a:r>
              <a:rPr lang="en-US" altLang="ko-KR" sz="1400" dirty="0"/>
              <a:t>| </a:t>
            </a:r>
            <a:r>
              <a:rPr lang="ko-KR" altLang="en-US" sz="1400" dirty="0"/>
              <a:t>로그아웃</a:t>
            </a:r>
          </a:p>
        </p:txBody>
      </p:sp>
    </p:spTree>
    <p:extLst>
      <p:ext uri="{BB962C8B-B14F-4D97-AF65-F5344CB8AC3E}">
        <p14:creationId xmlns:p14="http://schemas.microsoft.com/office/powerpoint/2010/main" val="3129184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/>
          <p:cNvGraphicFramePr>
            <a:graphicFrameLocks noGrp="1"/>
          </p:cNvGraphicFramePr>
          <p:nvPr/>
        </p:nvGraphicFramePr>
        <p:xfrm>
          <a:off x="0" y="0"/>
          <a:ext cx="12192000" cy="11830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프로젝트 명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화면코드</a:t>
                      </a: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C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335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이하랑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일자</a:t>
                      </a: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2026-02-12</a:t>
                      </a:r>
                      <a:endParaRPr lang="ko-KR" altLang="en-US" sz="1400" b="0" i="0" kern="1200">
                        <a:solidFill>
                          <a:schemeClr val="tx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335">
                <a:tc gridSpan="6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400" b="0" i="0" kern="1200">
                          <a:solidFill>
                            <a:schemeClr val="tx1"/>
                          </a:solidFill>
                        </a:rPr>
                        <a:t>화면 </a:t>
                      </a:r>
                      <a:r>
                        <a:rPr lang="en-US" altLang="ko-KR" sz="1400" b="0" i="0" kern="1200">
                          <a:solidFill>
                            <a:schemeClr val="tx1"/>
                          </a:solidFill>
                        </a:rPr>
                        <a:t>: </a:t>
                      </a:r>
                      <a:r>
                        <a:rPr lang="ko-KR" altLang="ko-KR" sz="1400" b="0" i="0" kern="1200">
                          <a:solidFill>
                            <a:schemeClr val="tx1"/>
                          </a:solidFill>
                        </a:rPr>
                        <a:t>이력서 분석 후 회사에 적합한지 대조후 추천피드백</a:t>
                      </a:r>
                      <a:endParaRPr lang="ko-KR" altLang="en-US" sz="1400" b="0" i="0" kern="1200">
                        <a:solidFill>
                          <a:schemeClr val="dk1"/>
                        </a:solidFill>
                      </a:endParaRPr>
                    </a:p>
                  </a:txBody>
                  <a:tcPr marL="89535" marR="89535" marT="89535" marB="89535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5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344746"/>
              </p:ext>
            </p:extLst>
          </p:nvPr>
        </p:nvGraphicFramePr>
        <p:xfrm>
          <a:off x="8603615" y="1179832"/>
          <a:ext cx="3587750" cy="56781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302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3225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600" b="0" i="0" kern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6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1769">
                <a:tc gridSpan="2"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600" b="0" i="0" kern="1200">
                          <a:solidFill>
                            <a:schemeClr val="tx1"/>
                          </a:solidFill>
                        </a:rPr>
                        <a:t>헤더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 altLang="en-US" kern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2207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1.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맑은 고딕" charset="0"/>
                          <a:cs typeface="+mn-cs"/>
                        </a:rPr>
                        <a:t>이력서 선택 </a:t>
                      </a:r>
                      <a:r>
                        <a:rPr lang="en-US" altLang="ko-KR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맑은 고딕" charset="0"/>
                          <a:cs typeface="+mn-cs"/>
                        </a:rPr>
                        <a:t>-&gt; </a:t>
                      </a:r>
                      <a:r>
                        <a:rPr lang="ko-KR" altLang="en-US" sz="1200" b="0" i="0" kern="1200" dirty="0">
                          <a:solidFill>
                            <a:schemeClr val="dk1"/>
                          </a:solidFill>
                          <a:latin typeface="맑은 고딕" charset="0"/>
                          <a:ea typeface="맑은 고딕" charset="0"/>
                          <a:cs typeface="+mn-cs"/>
                        </a:rPr>
                        <a:t>마이페이지에서 저장한 이력서를 가져옴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5007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2.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회사 주소 입력 -&gt; 입력한 회사의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비젼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, 인재상을 알아냄</a:t>
                      </a:r>
                    </a:p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dk1"/>
                        </a:solidFill>
                        <a:latin typeface="맑은 고딕" charset="0"/>
                        <a:ea typeface="맑은 고딕" charset="0"/>
                        <a:cs typeface="+mn-cs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1769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3.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요구 기술 스택 입력 </a:t>
                      </a: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내 이력서와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대조하였을때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부족한 기술 스택 피드백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40651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r>
                        <a:rPr lang="en-US" altLang="ko-KR" sz="1100" b="0" i="0" kern="1200" dirty="0">
                          <a:solidFill>
                            <a:schemeClr val="tx1"/>
                          </a:solidFill>
                        </a:rPr>
                        <a:t>4.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이력사항과 회사이름, 요구 기술 스택을 대조 -&gt; 이력사항에서 부족한 부분, 자기소개서를 쓸 시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강조해야할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부분,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조심해야할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부분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추천피드백</a:t>
                      </a: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  <a:p>
                      <a:pPr marL="0" lvl="1" indent="0" latinLnBrk="1">
                        <a:buFontTx/>
                        <a:buNone/>
                      </a:pP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위에서 </a:t>
                      </a:r>
                      <a:r>
                        <a:rPr lang="ko-KR" altLang="en-US" sz="1100" b="0" i="0" kern="1200" dirty="0" err="1">
                          <a:solidFill>
                            <a:schemeClr val="tx1"/>
                          </a:solidFill>
                        </a:rPr>
                        <a:t>부터</a:t>
                      </a:r>
                      <a:r>
                        <a:rPr lang="ko-KR" altLang="en-US" sz="1100" b="0" i="0" kern="1200" dirty="0">
                          <a:solidFill>
                            <a:schemeClr val="tx1"/>
                          </a:solidFill>
                        </a:rPr>
                        <a:t> 순차적으로 나옴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91769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91769">
                <a:tc>
                  <a:txBody>
                    <a:bodyPr/>
                    <a:lstStyle/>
                    <a:p>
                      <a:pPr marL="0" lvl="1" indent="0" algn="ctr" latinLnBrk="1">
                        <a:buFontTx/>
                        <a:buNone/>
                      </a:pPr>
                      <a:endParaRPr lang="ko-KR" altLang="en-US" sz="1100" b="0" i="0" kern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1" indent="0" latinLnBrk="1">
                        <a:buFontTx/>
                        <a:buNone/>
                      </a:pPr>
                      <a:endParaRPr lang="ko-KR" altLang="en-US" sz="1100" b="0" i="0" kern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B030C018-A617-475B-9262-DD681A943439}"/>
              </a:ext>
            </a:extLst>
          </p:cNvPr>
          <p:cNvSpPr/>
          <p:nvPr/>
        </p:nvSpPr>
        <p:spPr>
          <a:xfrm>
            <a:off x="1614805" y="1186180"/>
            <a:ext cx="6988810" cy="64262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11296FE-16BA-4F12-B9DA-4ED3C920D19B}"/>
              </a:ext>
            </a:extLst>
          </p:cNvPr>
          <p:cNvSpPr/>
          <p:nvPr/>
        </p:nvSpPr>
        <p:spPr>
          <a:xfrm>
            <a:off x="0" y="1179830"/>
            <a:ext cx="1614805" cy="64262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로고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0A710FF-E337-4594-BE0F-E1DC729C6982}"/>
              </a:ext>
            </a:extLst>
          </p:cNvPr>
          <p:cNvSpPr txBox="1"/>
          <p:nvPr/>
        </p:nvSpPr>
        <p:spPr>
          <a:xfrm>
            <a:off x="6864350" y="1432560"/>
            <a:ext cx="1614805" cy="307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로그인 </a:t>
            </a:r>
            <a:r>
              <a:rPr lang="en-US" altLang="ko-KR" sz="1400" dirty="0"/>
              <a:t>| </a:t>
            </a:r>
            <a:r>
              <a:rPr lang="ko-KR" altLang="en-US" sz="1400" dirty="0"/>
              <a:t>회원가입</a:t>
            </a:r>
          </a:p>
        </p:txBody>
      </p:sp>
      <p:sp>
        <p:nvSpPr>
          <p:cNvPr id="57" name="도형 2"/>
          <p:cNvSpPr>
            <a:spLocks/>
          </p:cNvSpPr>
          <p:nvPr/>
        </p:nvSpPr>
        <p:spPr>
          <a:xfrm>
            <a:off x="145415" y="2149475"/>
            <a:ext cx="2741295" cy="36957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58" name="도형 3"/>
          <p:cNvSpPr>
            <a:spLocks/>
          </p:cNvSpPr>
          <p:nvPr/>
        </p:nvSpPr>
        <p:spPr>
          <a:xfrm>
            <a:off x="2874010" y="2149475"/>
            <a:ext cx="5603240" cy="36957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62" name="도형 9"/>
          <p:cNvSpPr>
            <a:spLocks/>
          </p:cNvSpPr>
          <p:nvPr/>
        </p:nvSpPr>
        <p:spPr>
          <a:xfrm>
            <a:off x="247650" y="3502353"/>
            <a:ext cx="2439670" cy="2241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endParaRPr lang="ko-KR" altLang="en-US" sz="1000">
              <a:solidFill>
                <a:schemeClr val="bg1">
                  <a:lumMod val="85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4" name="텍스트 상자 13"/>
          <p:cNvSpPr txBox="1">
            <a:spLocks/>
          </p:cNvSpPr>
          <p:nvPr/>
        </p:nvSpPr>
        <p:spPr>
          <a:xfrm>
            <a:off x="169545" y="3221239"/>
            <a:ext cx="1050925" cy="308610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sz="1400" dirty="0" err="1">
                <a:latin typeface="맑은 고딕" charset="0"/>
                <a:ea typeface="맑은 고딕" charset="0"/>
              </a:rPr>
              <a:t>회사</a:t>
            </a:r>
            <a:r>
              <a:rPr lang="ko-KR" sz="1400" dirty="0">
                <a:latin typeface="맑은 고딕" charset="0"/>
                <a:ea typeface="맑은 고딕" charset="0"/>
              </a:rPr>
              <a:t> </a:t>
            </a:r>
            <a:r>
              <a:rPr lang="ko-KR" altLang="en-US" sz="1400" dirty="0">
                <a:latin typeface="맑은 고딕" charset="0"/>
                <a:ea typeface="맑은 고딕" charset="0"/>
              </a:rPr>
              <a:t>주소</a:t>
            </a:r>
          </a:p>
        </p:txBody>
      </p:sp>
      <p:sp>
        <p:nvSpPr>
          <p:cNvPr id="65" name="도형 14"/>
          <p:cNvSpPr>
            <a:spLocks/>
          </p:cNvSpPr>
          <p:nvPr/>
        </p:nvSpPr>
        <p:spPr>
          <a:xfrm>
            <a:off x="3049270" y="2385060"/>
            <a:ext cx="5277485" cy="3286760"/>
          </a:xfrm>
          <a:prstGeom prst="rect">
            <a:avLst/>
          </a:prstGeom>
          <a:solidFill>
            <a:schemeClr val="bg1">
              <a:lumMod val="95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en-US" altLang="ko-KR" dirty="0">
              <a:solidFill>
                <a:schemeClr val="accent5">
                  <a:lumMod val="60000"/>
                  <a:lumOff val="40000"/>
                </a:schemeClr>
              </a:solidFill>
              <a:latin typeface="맑은 고딕" charset="0"/>
              <a:ea typeface="맑은 고딕" charset="0"/>
            </a:endParaRPr>
          </a:p>
          <a:p>
            <a:pPr marL="0" indent="0" algn="ctr" hangingPunct="1">
              <a:buFontTx/>
              <a:buNone/>
            </a:pPr>
            <a:r>
              <a:rPr lang="ko-KR" altLang="en-US" sz="1800" dirty="0">
                <a:solidFill>
                  <a:schemeClr val="accent5">
                    <a:lumMod val="60000"/>
                    <a:lumOff val="40000"/>
                  </a:schemeClr>
                </a:solidFill>
                <a:latin typeface="맑은 고딕" charset="0"/>
                <a:ea typeface="맑은 고딕" charset="0"/>
              </a:rPr>
              <a:t>결과 분석</a:t>
            </a:r>
            <a:endParaRPr lang="en-US" altLang="ko-KR" sz="1800" dirty="0">
              <a:solidFill>
                <a:schemeClr val="accent5">
                  <a:lumMod val="60000"/>
                  <a:lumOff val="40000"/>
                </a:schemeClr>
              </a:solidFill>
              <a:latin typeface="맑은 고딕" charset="0"/>
              <a:ea typeface="맑은 고딕" charset="0"/>
            </a:endParaRPr>
          </a:p>
          <a:p>
            <a:pPr marL="0" indent="0" algn="ctr" hangingPunct="1">
              <a:buFontTx/>
              <a:buNone/>
            </a:pPr>
            <a:endParaRPr lang="ko-KR" altLang="en-US" sz="1800" dirty="0">
              <a:solidFill>
                <a:schemeClr val="accent5">
                  <a:lumMod val="60000"/>
                  <a:lumOff val="4000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7" name="도형 17"/>
          <p:cNvSpPr>
            <a:spLocks/>
          </p:cNvSpPr>
          <p:nvPr/>
        </p:nvSpPr>
        <p:spPr>
          <a:xfrm>
            <a:off x="2493645" y="3334078"/>
            <a:ext cx="254000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en-US" sz="1800" dirty="0">
                <a:latin typeface="맑은 고딕" charset="0"/>
                <a:ea typeface="맑은 고딕" charset="0"/>
              </a:rPr>
              <a:t>2</a:t>
            </a:r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sp>
        <p:nvSpPr>
          <p:cNvPr id="68" name="도형 18"/>
          <p:cNvSpPr>
            <a:spLocks/>
          </p:cNvSpPr>
          <p:nvPr/>
        </p:nvSpPr>
        <p:spPr>
          <a:xfrm>
            <a:off x="247650" y="4514045"/>
            <a:ext cx="2439670" cy="2241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endParaRPr lang="ko-KR" altLang="en-US" sz="1000">
              <a:solidFill>
                <a:schemeClr val="bg1">
                  <a:lumMod val="85000"/>
                  <a:lumOff val="0"/>
                </a:schemeClr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69" name="도형 19"/>
          <p:cNvSpPr>
            <a:spLocks/>
          </p:cNvSpPr>
          <p:nvPr/>
        </p:nvSpPr>
        <p:spPr>
          <a:xfrm>
            <a:off x="247650" y="4816305"/>
            <a:ext cx="501650" cy="182245"/>
          </a:xfrm>
          <a:prstGeom prst="roundRect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ko-KR" sz="1000">
                <a:latin typeface="맑은 고딕" charset="0"/>
                <a:ea typeface="맑은 고딕" charset="0"/>
              </a:rPr>
              <a:t>제출</a:t>
            </a:r>
            <a:endParaRPr lang="ko-KR" altLang="en-US" sz="1000">
              <a:latin typeface="맑은 고딕" charset="0"/>
              <a:ea typeface="맑은 고딕" charset="0"/>
            </a:endParaRPr>
          </a:p>
        </p:txBody>
      </p:sp>
      <p:sp>
        <p:nvSpPr>
          <p:cNvPr id="70" name="텍스트 상자 20"/>
          <p:cNvSpPr txBox="1">
            <a:spLocks/>
          </p:cNvSpPr>
          <p:nvPr/>
        </p:nvSpPr>
        <p:spPr>
          <a:xfrm>
            <a:off x="169545" y="4213055"/>
            <a:ext cx="1445260" cy="309059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lang="ko-KR" altLang="en-US" sz="1400" dirty="0">
                <a:latin typeface="맑은 고딕" charset="0"/>
                <a:ea typeface="맑은 고딕" charset="0"/>
              </a:rPr>
              <a:t>요구 기술 스택</a:t>
            </a:r>
          </a:p>
        </p:txBody>
      </p:sp>
      <p:sp>
        <p:nvSpPr>
          <p:cNvPr id="72" name="도형 22"/>
          <p:cNvSpPr>
            <a:spLocks/>
          </p:cNvSpPr>
          <p:nvPr/>
        </p:nvSpPr>
        <p:spPr>
          <a:xfrm>
            <a:off x="2529205" y="4378981"/>
            <a:ext cx="254000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en-US" sz="1800" dirty="0">
                <a:latin typeface="맑은 고딕" charset="0"/>
                <a:ea typeface="맑은 고딕" charset="0"/>
              </a:rPr>
              <a:t>3</a:t>
            </a:r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sp>
        <p:nvSpPr>
          <p:cNvPr id="2" name="텍스트 상자 13">
            <a:extLst>
              <a:ext uri="{FF2B5EF4-FFF2-40B4-BE49-F238E27FC236}">
                <a16:creationId xmlns:a16="http://schemas.microsoft.com/office/drawing/2014/main" id="{23E03793-4BC4-A584-341D-3D88F7BB36FC}"/>
              </a:ext>
            </a:extLst>
          </p:cNvPr>
          <p:cNvSpPr txBox="1">
            <a:spLocks/>
          </p:cNvSpPr>
          <p:nvPr/>
        </p:nvSpPr>
        <p:spPr>
          <a:xfrm>
            <a:off x="223837" y="2279397"/>
            <a:ext cx="1050925" cy="308610"/>
          </a:xfrm>
          <a:prstGeom prst="rect">
            <a:avLst/>
          </a:prstGeom>
          <a:noFill/>
          <a:ln>
            <a:noFill/>
            <a:prstDash/>
          </a:ln>
        </p:spPr>
        <p:txBody>
          <a:bodyPr vert="horz" wrap="square" lIns="89535" tIns="46355" rIns="89535" bIns="46355" anchor="t">
            <a:spAutoFit/>
          </a:bodyPr>
          <a:lstStyle/>
          <a:p>
            <a:pPr marL="0" indent="0" algn="l" hangingPunct="1"/>
            <a:r>
              <a:rPr lang="ko-KR" altLang="en-US" sz="1400" dirty="0">
                <a:latin typeface="맑은 고딕" charset="0"/>
                <a:ea typeface="맑은 고딕" charset="0"/>
              </a:rPr>
              <a:t>이력서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54EC5E1A-3AEA-FBD0-5EDA-BB43D46A4D5B}"/>
              </a:ext>
            </a:extLst>
          </p:cNvPr>
          <p:cNvGrpSpPr/>
          <p:nvPr/>
        </p:nvGrpSpPr>
        <p:grpSpPr>
          <a:xfrm>
            <a:off x="266297" y="2571125"/>
            <a:ext cx="1348507" cy="276999"/>
            <a:chOff x="613009" y="2489124"/>
            <a:chExt cx="1198646" cy="276999"/>
          </a:xfrm>
          <a:solidFill>
            <a:schemeClr val="bg1"/>
          </a:solidFill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B8DBC684-95DF-1ADE-6D29-A7DEF0D49D4C}"/>
                </a:ext>
              </a:extLst>
            </p:cNvPr>
            <p:cNvGrpSpPr/>
            <p:nvPr/>
          </p:nvGrpSpPr>
          <p:grpSpPr>
            <a:xfrm>
              <a:off x="613009" y="2489124"/>
              <a:ext cx="1198646" cy="276999"/>
              <a:chOff x="2938509" y="6118008"/>
              <a:chExt cx="2886556" cy="276999"/>
            </a:xfrm>
            <a:grpFill/>
          </p:grpSpPr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B05B32F8-F0AF-2E9C-69DE-5AC22359A207}"/>
                  </a:ext>
                </a:extLst>
              </p:cNvPr>
              <p:cNvSpPr/>
              <p:nvPr/>
            </p:nvSpPr>
            <p:spPr>
              <a:xfrm>
                <a:off x="2938509" y="6119302"/>
                <a:ext cx="2764589" cy="253073"/>
              </a:xfrm>
              <a:prstGeom prst="roundRect">
                <a:avLst/>
              </a:prstGeom>
              <a:grpFill/>
              <a:ln w="952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F25FE0-D347-64F5-8A36-C3DFB8893DFE}"/>
                  </a:ext>
                </a:extLst>
              </p:cNvPr>
              <p:cNvSpPr txBox="1"/>
              <p:nvPr/>
            </p:nvSpPr>
            <p:spPr>
              <a:xfrm>
                <a:off x="2938509" y="6118008"/>
                <a:ext cx="2886556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200" dirty="0">
                    <a:solidFill>
                      <a:schemeClr val="bg1">
                        <a:lumMod val="50000"/>
                      </a:schemeClr>
                    </a:solidFill>
                  </a:rPr>
                  <a:t> 선택</a:t>
                </a: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A38597B2-50CB-2783-0BFE-B58872F552E9}"/>
                </a:ext>
              </a:extLst>
            </p:cNvPr>
            <p:cNvGrpSpPr/>
            <p:nvPr/>
          </p:nvGrpSpPr>
          <p:grpSpPr>
            <a:xfrm>
              <a:off x="1528110" y="2510110"/>
              <a:ext cx="215977" cy="215977"/>
              <a:chOff x="5896466" y="4731253"/>
              <a:chExt cx="215977" cy="215977"/>
            </a:xfrm>
            <a:grpFill/>
          </p:grpSpPr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C5AD932F-8A03-4141-00F6-B4A9862793D8}"/>
                  </a:ext>
                </a:extLst>
              </p:cNvPr>
              <p:cNvSpPr/>
              <p:nvPr/>
            </p:nvSpPr>
            <p:spPr>
              <a:xfrm>
                <a:off x="5896466" y="4731253"/>
                <a:ext cx="215977" cy="215977"/>
              </a:xfrm>
              <a:prstGeom prst="roundRect">
                <a:avLst/>
              </a:prstGeom>
              <a:grpFill/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화살표: 오른쪽 11">
                <a:extLst>
                  <a:ext uri="{FF2B5EF4-FFF2-40B4-BE49-F238E27FC236}">
                    <a16:creationId xmlns:a16="http://schemas.microsoft.com/office/drawing/2014/main" id="{54B1607A-5E7C-ED37-D457-51BD8313FCA0}"/>
                  </a:ext>
                </a:extLst>
              </p:cNvPr>
              <p:cNvSpPr/>
              <p:nvPr/>
            </p:nvSpPr>
            <p:spPr>
              <a:xfrm rot="5400000">
                <a:off x="5945698" y="4785083"/>
                <a:ext cx="117511" cy="138875"/>
              </a:xfrm>
              <a:prstGeom prst="rightArrow">
                <a:avLst/>
              </a:prstGeom>
              <a:solidFill>
                <a:schemeClr val="tx1"/>
              </a:solidFill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</p:grpSp>
      </p:grpSp>
      <p:sp>
        <p:nvSpPr>
          <p:cNvPr id="14" name="도형 17">
            <a:extLst>
              <a:ext uri="{FF2B5EF4-FFF2-40B4-BE49-F238E27FC236}">
                <a16:creationId xmlns:a16="http://schemas.microsoft.com/office/drawing/2014/main" id="{4089BAC8-1104-6036-EDEA-CE30E5A2B20A}"/>
              </a:ext>
            </a:extLst>
          </p:cNvPr>
          <p:cNvSpPr>
            <a:spLocks/>
          </p:cNvSpPr>
          <p:nvPr/>
        </p:nvSpPr>
        <p:spPr>
          <a:xfrm>
            <a:off x="1530264" y="2419514"/>
            <a:ext cx="254000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en-US" sz="1800" dirty="0">
                <a:latin typeface="맑은 고딕" charset="0"/>
                <a:ea typeface="맑은 고딕" charset="0"/>
              </a:rPr>
              <a:t>1</a:t>
            </a:r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300DA98-FC13-7FFA-40F7-805B027D3CA0}"/>
              </a:ext>
            </a:extLst>
          </p:cNvPr>
          <p:cNvGrpSpPr/>
          <p:nvPr/>
        </p:nvGrpSpPr>
        <p:grpSpPr>
          <a:xfrm>
            <a:off x="0" y="1179830"/>
            <a:ext cx="8604250" cy="649605"/>
            <a:chOff x="0" y="1179830"/>
            <a:chExt cx="8604250" cy="649605"/>
          </a:xfrm>
        </p:grpSpPr>
        <p:sp>
          <p:nvSpPr>
            <p:cNvPr id="16" name="Rect 0">
              <a:extLst>
                <a:ext uri="{FF2B5EF4-FFF2-40B4-BE49-F238E27FC236}">
                  <a16:creationId xmlns:a16="http://schemas.microsoft.com/office/drawing/2014/main" id="{476978B5-ED2D-CCAA-A269-B9B2DD91177D}"/>
                </a:ext>
              </a:extLst>
            </p:cNvPr>
            <p:cNvSpPr>
              <a:spLocks/>
            </p:cNvSpPr>
            <p:nvPr/>
          </p:nvSpPr>
          <p:spPr>
            <a:xfrm>
              <a:off x="1614805" y="1186180"/>
              <a:ext cx="6989445" cy="64325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Rect 0">
              <a:extLst>
                <a:ext uri="{FF2B5EF4-FFF2-40B4-BE49-F238E27FC236}">
                  <a16:creationId xmlns:a16="http://schemas.microsoft.com/office/drawing/2014/main" id="{DBE58CDF-DDC5-E1CD-1812-9C643A506A70}"/>
                </a:ext>
              </a:extLst>
            </p:cNvPr>
            <p:cNvSpPr>
              <a:spLocks/>
            </p:cNvSpPr>
            <p:nvPr/>
          </p:nvSpPr>
          <p:spPr>
            <a:xfrm>
              <a:off x="0" y="1179830"/>
              <a:ext cx="1615440" cy="643255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r>
                <a:rPr lang="ko-KR" altLang="en-US"/>
                <a:t>로고</a:t>
              </a:r>
            </a:p>
          </p:txBody>
        </p:sp>
        <p:sp>
          <p:nvSpPr>
            <p:cNvPr id="18" name="Rect 0">
              <a:extLst>
                <a:ext uri="{FF2B5EF4-FFF2-40B4-BE49-F238E27FC236}">
                  <a16:creationId xmlns:a16="http://schemas.microsoft.com/office/drawing/2014/main" id="{68F799AC-2524-272F-027B-BB8E197E0F23}"/>
                </a:ext>
              </a:extLst>
            </p:cNvPr>
            <p:cNvSpPr txBox="1">
              <a:spLocks/>
            </p:cNvSpPr>
            <p:nvPr/>
          </p:nvSpPr>
          <p:spPr>
            <a:xfrm>
              <a:off x="6477888" y="1432560"/>
              <a:ext cx="2001902" cy="307777"/>
            </a:xfrm>
            <a:prstGeom prst="rect">
              <a:avLst/>
            </a:prstGeom>
            <a:noFill/>
          </p:spPr>
          <p:txBody>
            <a:bodyPr vert="horz" wrap="square" lIns="91440" tIns="45720" rIns="91440" bIns="45720" numCol="1" anchor="t">
              <a:spAutoFit/>
            </a:bodyPr>
            <a:lstStyle/>
            <a:p>
              <a:r>
                <a:rPr lang="en-US" altLang="ko-KR" sz="1400" dirty="0"/>
                <a:t>OOO</a:t>
              </a:r>
              <a:r>
                <a:rPr lang="ko-KR" altLang="en-US" sz="1400" dirty="0"/>
                <a:t>님 </a:t>
              </a:r>
              <a:r>
                <a:rPr lang="en-US" altLang="ko-KR" sz="1400" dirty="0"/>
                <a:t>| </a:t>
              </a:r>
              <a:r>
                <a:rPr lang="ko-KR" altLang="en-US" sz="1400" dirty="0"/>
                <a:t>로그아웃</a:t>
              </a:r>
            </a:p>
          </p:txBody>
        </p:sp>
      </p:grpSp>
      <p:sp>
        <p:nvSpPr>
          <p:cNvPr id="20" name="도형 17">
            <a:extLst>
              <a:ext uri="{FF2B5EF4-FFF2-40B4-BE49-F238E27FC236}">
                <a16:creationId xmlns:a16="http://schemas.microsoft.com/office/drawing/2014/main" id="{96EC80A7-DAA9-4EE1-BFCC-B342767C1DE7}"/>
              </a:ext>
            </a:extLst>
          </p:cNvPr>
          <p:cNvSpPr>
            <a:spLocks/>
          </p:cNvSpPr>
          <p:nvPr/>
        </p:nvSpPr>
        <p:spPr>
          <a:xfrm>
            <a:off x="2946400" y="2191767"/>
            <a:ext cx="254000" cy="24193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marL="0" indent="0" algn="ctr" hangingPunct="1"/>
            <a:r>
              <a:rPr lang="en-US" sz="1800" dirty="0">
                <a:latin typeface="맑은 고딕" charset="0"/>
                <a:ea typeface="맑은 고딕" charset="0"/>
              </a:rPr>
              <a:t>4</a:t>
            </a:r>
            <a:endParaRPr lang="ko-KR" altLang="en-US" sz="1800" dirty="0">
              <a:latin typeface="맑은 고딕" charset="0"/>
              <a:ea typeface="맑은 고딕" charset="0"/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6CBE81B-EE75-143F-4CDB-42B65E9F3F7F}"/>
              </a:ext>
            </a:extLst>
          </p:cNvPr>
          <p:cNvSpPr/>
          <p:nvPr/>
        </p:nvSpPr>
        <p:spPr>
          <a:xfrm>
            <a:off x="3127375" y="2506526"/>
            <a:ext cx="4475196" cy="38952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6A27918-D578-E106-E26E-17778431790B}"/>
              </a:ext>
            </a:extLst>
          </p:cNvPr>
          <p:cNvSpPr/>
          <p:nvPr/>
        </p:nvSpPr>
        <p:spPr>
          <a:xfrm>
            <a:off x="3173379" y="2593473"/>
            <a:ext cx="225388" cy="222578"/>
          </a:xfrm>
          <a:prstGeom prst="ellipse">
            <a:avLst/>
          </a:prstGeom>
          <a:noFill/>
          <a:ln w="28575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A56A02-7D89-C460-6F13-EA0C08B6BF19}"/>
              </a:ext>
            </a:extLst>
          </p:cNvPr>
          <p:cNvSpPr txBox="1"/>
          <p:nvPr/>
        </p:nvSpPr>
        <p:spPr>
          <a:xfrm>
            <a:off x="3375977" y="2553697"/>
            <a:ext cx="37363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회사정보를 바탕으로 이력서와 대조 </a:t>
            </a:r>
            <a:r>
              <a:rPr lang="ko-KR" altLang="en-US" sz="1400" dirty="0" err="1">
                <a:solidFill>
                  <a:schemeClr val="bg1">
                    <a:lumMod val="50000"/>
                  </a:schemeClr>
                </a:solidFill>
              </a:rPr>
              <a:t>분석중</a:t>
            </a:r>
            <a:endParaRPr lang="ko-KR" alt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A9B8865-4BC8-7729-6A36-8C4C66D26224}"/>
              </a:ext>
            </a:extLst>
          </p:cNvPr>
          <p:cNvSpPr/>
          <p:nvPr/>
        </p:nvSpPr>
        <p:spPr>
          <a:xfrm>
            <a:off x="3127375" y="3002444"/>
            <a:ext cx="4475196" cy="38952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    분석완료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EDECE604-7848-4C1F-9416-4998622297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6183" y="2974227"/>
            <a:ext cx="397114" cy="397114"/>
          </a:xfrm>
          <a:prstGeom prst="rect">
            <a:avLst/>
          </a:prstGeom>
        </p:spPr>
      </p:pic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19489A45-4AE0-5DF9-62D2-4331058F80E9}"/>
              </a:ext>
            </a:extLst>
          </p:cNvPr>
          <p:cNvSpPr/>
          <p:nvPr/>
        </p:nvSpPr>
        <p:spPr>
          <a:xfrm>
            <a:off x="3127375" y="3526769"/>
            <a:ext cx="4475196" cy="38952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    부족한 이력사항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:</a:t>
            </a:r>
            <a:endParaRPr lang="ko-KR" altLang="en-US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D9C04D2C-1EA1-3504-66C5-B9AF9CEB7ED8}"/>
              </a:ext>
            </a:extLst>
          </p:cNvPr>
          <p:cNvSpPr/>
          <p:nvPr/>
        </p:nvSpPr>
        <p:spPr>
          <a:xfrm>
            <a:off x="3200399" y="3608069"/>
            <a:ext cx="244475" cy="274955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800"/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BAAC26BF-8AAC-E9B1-69F2-1119199376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3379" y="3600268"/>
            <a:ext cx="297350" cy="297350"/>
          </a:xfrm>
          <a:prstGeom prst="rect">
            <a:avLst/>
          </a:prstGeom>
          <a:noFill/>
        </p:spPr>
      </p:pic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123CF1B9-35F1-D95A-2D80-656E6B3DBAEE}"/>
              </a:ext>
            </a:extLst>
          </p:cNvPr>
          <p:cNvSpPr/>
          <p:nvPr/>
        </p:nvSpPr>
        <p:spPr>
          <a:xfrm>
            <a:off x="3127375" y="4037880"/>
            <a:ext cx="4475196" cy="14455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    자기소개서 작성시 </a:t>
            </a:r>
            <a:endParaRPr lang="en-US" altLang="ko-KR" sz="1400" dirty="0">
              <a:solidFill>
                <a:schemeClr val="bg1">
                  <a:lumMod val="50000"/>
                </a:schemeClr>
              </a:solidFill>
            </a:endParaRPr>
          </a:p>
          <a:p>
            <a:endParaRPr lang="en-US" altLang="ko-KR" sz="14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	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강조할 부분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:</a:t>
            </a:r>
          </a:p>
          <a:p>
            <a:endParaRPr lang="en-US" altLang="ko-KR" sz="1400" dirty="0">
              <a:solidFill>
                <a:schemeClr val="bg1">
                  <a:lumMod val="50000"/>
                </a:schemeClr>
              </a:solidFill>
            </a:endParaRPr>
          </a:p>
          <a:p>
            <a:endParaRPr lang="en-US" altLang="ko-KR" sz="14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	</a:t>
            </a:r>
            <a:r>
              <a:rPr lang="ko-KR" altLang="en-US" sz="1400" dirty="0" err="1">
                <a:solidFill>
                  <a:schemeClr val="bg1">
                    <a:lumMod val="50000"/>
                  </a:schemeClr>
                </a:solidFill>
              </a:rPr>
              <a:t>조심해야할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</a:rPr>
              <a:t> 부분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</a:rPr>
              <a:t>: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221A48AE-E76F-E36C-7249-59444553D3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9746" y="5170194"/>
            <a:ext cx="281254" cy="246372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9B800C1F-EABE-84C1-5629-3A53D5B81FB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9113" y="4522114"/>
            <a:ext cx="101260" cy="247786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BB6BE8DB-6E43-5949-7D19-282D39E01AA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9029" y="4522114"/>
            <a:ext cx="101260" cy="247786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3CE7A02D-3EE2-4469-FC26-DA0B4B63807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9158" y="4076317"/>
            <a:ext cx="253638" cy="25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33755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</TotalTime>
  <Pages>4</Pages>
  <Words>663</Words>
  <Characters>0</Characters>
  <Application>Microsoft Office PowerPoint</Application>
  <DocSecurity>0</DocSecurity>
  <PresentationFormat>와이드스크린</PresentationFormat>
  <Lines>0</Lines>
  <Paragraphs>266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7</cp:revision>
  <dcterms:modified xsi:type="dcterms:W3CDTF">2026-02-19T08:43:06Z</dcterms:modified>
  <cp:version>10.105.293.56114</cp:version>
</cp:coreProperties>
</file>