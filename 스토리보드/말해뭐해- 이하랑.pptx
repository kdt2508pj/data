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8" r:id="rId2"/>
    <p:sldId id="262" r:id="rId3"/>
    <p:sldId id="263" r:id="rId4"/>
    <p:sldId id="264" r:id="rId5"/>
    <p:sldId id="265" r:id="rId6"/>
    <p:sldId id="266" r:id="rId7"/>
    <p:sldId id="267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C7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4A6F4-C8D4-DB8B-73E4-3D178C5444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8207499-825C-B9C8-646B-AF7C2CAF5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E4B09-16CF-2753-2E83-2247BF182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D95115-F59A-3DA2-4E61-58E9AA990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99476-EDDA-EFC9-1A78-38D8A376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8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49B083-EE68-5AEE-A055-5982CBF45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9544C7-DF2D-3659-058E-A7A590B2C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62733-31BD-5682-8660-E805A8E3B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E809B-A0DC-DEF8-5ED5-9601E45C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728357-689D-C730-2680-4A9728986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4495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5C0C6-AA05-006B-054E-40A3387B6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F4A51D-3AC8-A592-3FE4-B03B9A931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91BE93-510C-00EC-CEB0-944DD4292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82CE79-8970-E733-2B8D-7B6CF3B73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88F34E-6DFC-D6E2-646B-580ADF8A5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409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BA546-69E0-D7D6-AADA-3160937C7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08457-5A79-3F91-8AF5-46EE1BB42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A10BD2-EA9F-A5A6-4842-A6AE6EBEC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883518-6B6A-FB92-7891-CB510B3CD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9E7900-73A9-8121-3D75-7A878DC8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DD6E9-C7C1-E724-9FB8-D199CC28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6000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7F38E-BDE4-6E08-1B99-6F777AF2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5A06AD-A2FE-5C8E-92FA-E893D2E7B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B446F4-AA79-8597-C54D-C746910EF6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DADBC9-F19B-0882-AB7A-7FA86A61E2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CFADD55-998C-CCC9-59AE-97D4F5F9E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50C6C21-B399-2B6E-7FBF-6F9AA389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6376D58-1A30-40A5-70D5-D6F81DB02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88CF3B6-5D79-39F5-949C-2DC579C9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566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718DEA-8F28-21EE-9D5C-D6E76384A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8AA2B01-9D16-EBCE-512E-090C074B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6B3C4E-1ACB-1FFF-B599-FC3CE83E6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94D119-9411-31F7-5DDF-3760E07E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2032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B9B424-7D0A-298B-9ECB-1886F49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909CEEC-7E1B-950F-21D4-DD9FC8BA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82D6D-F4F7-E562-A8C8-75E6FD90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198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1721-2A28-241C-6E21-7F00F3949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F04AF5-05F7-2313-A6DC-664294C93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43E805-E6EA-61EE-CAE1-3FD1B79D22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032AE1-3053-D3B5-E90D-397C26DAD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957E43-2625-D959-BAB3-65DCCF36E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F72280-4845-3AF7-D7C0-58A6831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648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BDDD1-F85C-3797-710B-2AC41F0F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17A89A-5688-121E-C7DA-29845A0957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BBC2A3-13AC-086B-4EDE-8FF7A24EA3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598460-1080-2F0C-C706-2DD4C24A2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F44486-2E29-8DA0-2B8E-06FA99D85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B2A659-18BE-D7D6-0D63-6DFA15E4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44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E1EED3-0856-F40A-1C34-9C41B3B4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A6BD5F-72DA-92BA-0BC3-644F9FF2E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0CA111-A093-FCA0-4AB9-AC346C052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35B4D2-990A-8B18-6B1D-A2C8F826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D3FFE-4B1C-6AB9-C716-08F8C218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79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AC7DD6F-3963-CA67-7202-D2DEBE8FEC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4498E3-2536-9611-E6F8-7EC5786DB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DC528-CF45-E435-CEFC-BF7448398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EECF64-127E-E1FC-2557-433D06D30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CD0C42-0489-4C57-1538-0059C8A65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20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C123606-E183-50D2-B829-30C817808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66AA26-1C78-F419-16AC-D39C9C8CF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04444-7FDC-462B-C52E-D2D0BC048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AD9D6-DB79-9A8B-74B8-B93FECFD96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28D61-BFF7-F59A-9D62-E10221F16F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58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로그인화면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표 5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이력서 저장 =&gt; 로그인 필요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회원이 아닐시 =&gt; 회원가입 클릭 후 회원가입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4805" y="1186180"/>
            <a:ext cx="6988810" cy="6426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79830"/>
            <a:ext cx="1614805" cy="64262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60"/>
            <a:ext cx="161480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C375A08-6020-229B-720A-CCF1713FB7BB}"/>
              </a:ext>
            </a:extLst>
          </p:cNvPr>
          <p:cNvGrpSpPr/>
          <p:nvPr/>
        </p:nvGrpSpPr>
        <p:grpSpPr>
          <a:xfrm>
            <a:off x="848649" y="2571751"/>
            <a:ext cx="7010456" cy="3314696"/>
            <a:chOff x="2148839" y="2619374"/>
            <a:chExt cx="4410075" cy="2085181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3E2EA07-A3FC-3C08-C040-EEF995954124}"/>
                </a:ext>
              </a:extLst>
            </p:cNvPr>
            <p:cNvSpPr/>
            <p:nvPr/>
          </p:nvSpPr>
          <p:spPr>
            <a:xfrm>
              <a:off x="2148839" y="4229099"/>
              <a:ext cx="4391025" cy="47545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로그인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86BD0985-602D-6C5A-5DE0-DAE2BFC71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8839" y="2619374"/>
              <a:ext cx="4410075" cy="1609725"/>
            </a:xfrm>
            <a:prstGeom prst="rect">
              <a:avLst/>
            </a:prstGeom>
          </p:spPr>
        </p:pic>
      </p:grpSp>
      <p:sp>
        <p:nvSpPr>
          <p:cNvPr id="58" name="도형 3"/>
          <p:cNvSpPr>
            <a:spLocks/>
          </p:cNvSpPr>
          <p:nvPr/>
        </p:nvSpPr>
        <p:spPr>
          <a:xfrm>
            <a:off x="727883" y="2362835"/>
            <a:ext cx="404782" cy="38459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 dirty="0">
                <a:latin typeface="맑은 고딕" charset="0"/>
                <a:ea typeface="맑은 고딕" charset="0"/>
              </a:rPr>
              <a:t>1</a:t>
            </a:r>
            <a:endParaRPr lang="ko-KR" altLang="en-US" dirty="0"/>
          </a:p>
        </p:txBody>
      </p:sp>
      <p:sp>
        <p:nvSpPr>
          <p:cNvPr id="59" name="도형 4"/>
          <p:cNvSpPr>
            <a:spLocks/>
          </p:cNvSpPr>
          <p:nvPr/>
        </p:nvSpPr>
        <p:spPr>
          <a:xfrm>
            <a:off x="818366" y="5106322"/>
            <a:ext cx="404782" cy="38459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DA8E8-4B60-2AB3-C0A5-18A8DDF46973}"/>
              </a:ext>
            </a:extLst>
          </p:cNvPr>
          <p:cNvSpPr/>
          <p:nvPr/>
        </p:nvSpPr>
        <p:spPr>
          <a:xfrm>
            <a:off x="854261" y="5873592"/>
            <a:ext cx="6980182" cy="50787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혹시 회원이 </a:t>
            </a:r>
            <a:r>
              <a:rPr lang="ko-KR" altLang="en-US" sz="1400" dirty="0" err="1"/>
              <a:t>아니신가요</a:t>
            </a:r>
            <a:r>
              <a:rPr lang="en-US" altLang="ko-KR" sz="1400" dirty="0"/>
              <a:t>? </a:t>
            </a:r>
            <a:r>
              <a:rPr lang="ko-KR" altLang="en-US" sz="1400" dirty="0">
                <a:solidFill>
                  <a:srgbClr val="FFFF00"/>
                </a:solidFill>
              </a:rPr>
              <a:t>회원가입</a:t>
            </a:r>
          </a:p>
        </p:txBody>
      </p:sp>
      <p:sp>
        <p:nvSpPr>
          <p:cNvPr id="60" name="도형 5"/>
          <p:cNvSpPr>
            <a:spLocks/>
          </p:cNvSpPr>
          <p:nvPr/>
        </p:nvSpPr>
        <p:spPr>
          <a:xfrm>
            <a:off x="5710678" y="5942293"/>
            <a:ext cx="384594" cy="3179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6928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회원가입(개인정보동의서)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161757"/>
              </p:ext>
            </p:extLst>
          </p:nvPr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회원가입을 위한 개인정보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수집 동의</a:t>
                      </a:r>
                      <a:r>
                        <a:rPr lang="ko-KR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 체크</a:t>
                      </a:r>
                      <a:endParaRPr lang="ko-KR" altLang="en-US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다음 클릭시 =&gt; 회원가입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4" name="Rect 0"/>
          <p:cNvSpPr>
            <a:spLocks/>
          </p:cNvSpPr>
          <p:nvPr/>
        </p:nvSpPr>
        <p:spPr>
          <a:xfrm>
            <a:off x="43180" y="1829435"/>
            <a:ext cx="8603615" cy="4026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EC8718-22B0-CFD6-AEAD-A429312CF181}"/>
              </a:ext>
            </a:extLst>
          </p:cNvPr>
          <p:cNvSpPr/>
          <p:nvPr/>
        </p:nvSpPr>
        <p:spPr>
          <a:xfrm>
            <a:off x="2743200" y="2716567"/>
            <a:ext cx="3352800" cy="24058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 가입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58" name="Rect 0"/>
          <p:cNvSpPr>
            <a:spLocks/>
          </p:cNvSpPr>
          <p:nvPr/>
        </p:nvSpPr>
        <p:spPr>
          <a:xfrm>
            <a:off x="2825750" y="2813685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1E08B80-6A49-214D-24A1-24C19D84D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25" y="4197043"/>
            <a:ext cx="2876550" cy="715244"/>
          </a:xfrm>
          <a:prstGeom prst="rect">
            <a:avLst/>
          </a:prstGeom>
        </p:spPr>
      </p:pic>
      <p:sp>
        <p:nvSpPr>
          <p:cNvPr id="59" name="도형 6"/>
          <p:cNvSpPr>
            <a:spLocks/>
          </p:cNvSpPr>
          <p:nvPr/>
        </p:nvSpPr>
        <p:spPr>
          <a:xfrm>
            <a:off x="5492433" y="4886831"/>
            <a:ext cx="60452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000" dirty="0"/>
              <a:t>다음</a:t>
            </a:r>
            <a:endParaRPr lang="ko-KR" altLang="en-US" sz="1000" dirty="0"/>
          </a:p>
        </p:txBody>
      </p:sp>
      <p:sp>
        <p:nvSpPr>
          <p:cNvPr id="60" name="도형 8"/>
          <p:cNvSpPr>
            <a:spLocks/>
          </p:cNvSpPr>
          <p:nvPr/>
        </p:nvSpPr>
        <p:spPr>
          <a:xfrm>
            <a:off x="5925503" y="4825926"/>
            <a:ext cx="187960" cy="15748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100" dirty="0"/>
              <a:t>2</a:t>
            </a:r>
            <a:endParaRPr lang="ko-KR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회원가입을 위한 아이디(중복확인), 비밀번호, 비밀번호 확인 입력, 회원식별과 아이디를 까먹었을 경우를 대비한 이메일 입력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이전 클릭시 =&gt; 개인정보동의서로 돌아감</a:t>
                      </a: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회원가입 클릭시 =&gt; 회원가입 성공!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B1D1E10-0DF7-A652-5F40-A44382019FBD}"/>
              </a:ext>
            </a:extLst>
          </p:cNvPr>
          <p:cNvSpPr/>
          <p:nvPr/>
        </p:nvSpPr>
        <p:spPr>
          <a:xfrm>
            <a:off x="1586144" y="2242819"/>
            <a:ext cx="5666912" cy="34290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58" name="Rect 0"/>
          <p:cNvSpPr>
            <a:spLocks/>
          </p:cNvSpPr>
          <p:nvPr/>
        </p:nvSpPr>
        <p:spPr>
          <a:xfrm>
            <a:off x="1583069" y="2171008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1585509" y="5296736"/>
            <a:ext cx="851698" cy="3750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/>
              <a:t>이전</a:t>
            </a:r>
            <a:endParaRPr lang="ko-KR" altLang="en-US" sz="1000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6400723" y="5313164"/>
            <a:ext cx="852333" cy="35865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/>
              <a:t>회원가</a:t>
            </a:r>
            <a:r>
              <a:rPr lang="ko-KR" sz="1000"/>
              <a:t>입</a:t>
            </a:r>
            <a:endParaRPr lang="ko-KR" altLang="en-US" sz="1000"/>
          </a:p>
        </p:txBody>
      </p:sp>
      <p:sp>
        <p:nvSpPr>
          <p:cNvPr id="61" name="도형 9"/>
          <p:cNvSpPr>
            <a:spLocks/>
          </p:cNvSpPr>
          <p:nvPr/>
        </p:nvSpPr>
        <p:spPr>
          <a:xfrm>
            <a:off x="6113239" y="2780708"/>
            <a:ext cx="760090" cy="23445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 dirty="0" err="1"/>
              <a:t>중복확인</a:t>
            </a:r>
            <a:endParaRPr lang="ko-KR" altLang="en-US" sz="1000" dirty="0"/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2210917" y="5201607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6333805" y="5250556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6CBB2B-AFEA-8A40-F45A-CB8743361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40" y="2780708"/>
            <a:ext cx="4087658" cy="17430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A5C03D-3AB4-83C1-A995-C3A584F2BB27}"/>
              </a:ext>
            </a:extLst>
          </p:cNvPr>
          <p:cNvSpPr txBox="1"/>
          <p:nvPr/>
        </p:nvSpPr>
        <p:spPr>
          <a:xfrm>
            <a:off x="1583069" y="4684094"/>
            <a:ext cx="710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</a:t>
            </a:r>
            <a:r>
              <a:rPr lang="ko-KR" altLang="en-US" sz="1200" dirty="0"/>
              <a:t>이메일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216619F-F22E-E6BD-A3D7-3BDCEF59E513}"/>
              </a:ext>
            </a:extLst>
          </p:cNvPr>
          <p:cNvGrpSpPr/>
          <p:nvPr/>
        </p:nvGrpSpPr>
        <p:grpSpPr>
          <a:xfrm>
            <a:off x="2938510" y="4716022"/>
            <a:ext cx="1890942" cy="276999"/>
            <a:chOff x="2938509" y="6118008"/>
            <a:chExt cx="2886556" cy="276999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D615B3B1-9C51-DB16-5889-CC3744083915}"/>
                </a:ext>
              </a:extLst>
            </p:cNvPr>
            <p:cNvSpPr/>
            <p:nvPr/>
          </p:nvSpPr>
          <p:spPr>
            <a:xfrm>
              <a:off x="2938509" y="6119302"/>
              <a:ext cx="2764589" cy="253073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A836E7-AFBC-8439-ABAF-429AB0561519}"/>
                </a:ext>
              </a:extLst>
            </p:cNvPr>
            <p:cNvSpPr txBox="1"/>
            <p:nvPr/>
          </p:nvSpPr>
          <p:spPr>
            <a:xfrm>
              <a:off x="2938509" y="6118008"/>
              <a:ext cx="28865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CAC7C7"/>
                  </a:solidFill>
                </a:rPr>
                <a:t>이메일을</a:t>
              </a:r>
              <a:r>
                <a:rPr lang="ko-KR" altLang="en-US" sz="1200" dirty="0"/>
                <a:t> </a:t>
              </a:r>
              <a:r>
                <a:rPr lang="ko-KR" altLang="en-US" sz="1200" dirty="0">
                  <a:solidFill>
                    <a:srgbClr val="CAC7C7"/>
                  </a:solidFill>
                </a:rPr>
                <a:t>입력해주세요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AD46ABB-F75A-16CE-98A0-85BB19D673B6}"/>
              </a:ext>
            </a:extLst>
          </p:cNvPr>
          <p:cNvSpPr txBox="1"/>
          <p:nvPr/>
        </p:nvSpPr>
        <p:spPr>
          <a:xfrm>
            <a:off x="4692880" y="466289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@</a:t>
            </a:r>
            <a:endParaRPr lang="ko-KR" altLang="en-US" sz="14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BFCC678-17C8-320B-F842-54AE0ADF7A16}"/>
              </a:ext>
            </a:extLst>
          </p:cNvPr>
          <p:cNvGrpSpPr/>
          <p:nvPr/>
        </p:nvGrpSpPr>
        <p:grpSpPr>
          <a:xfrm>
            <a:off x="4981365" y="4710267"/>
            <a:ext cx="1198646" cy="276999"/>
            <a:chOff x="2938509" y="6118008"/>
            <a:chExt cx="2886556" cy="2769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BB4A5A4A-2E1F-A0FA-6CE7-04011064260B}"/>
                </a:ext>
              </a:extLst>
            </p:cNvPr>
            <p:cNvSpPr/>
            <p:nvPr/>
          </p:nvSpPr>
          <p:spPr>
            <a:xfrm>
              <a:off x="2938509" y="6119302"/>
              <a:ext cx="2764589" cy="253073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7CA7BD-B345-A523-E49B-961812B576F4}"/>
                </a:ext>
              </a:extLst>
            </p:cNvPr>
            <p:cNvSpPr txBox="1"/>
            <p:nvPr/>
          </p:nvSpPr>
          <p:spPr>
            <a:xfrm>
              <a:off x="2938509" y="6118008"/>
              <a:ext cx="28865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 </a:t>
              </a:r>
              <a:r>
                <a:rPr lang="ko-KR" altLang="en-US" sz="1200" dirty="0">
                  <a:solidFill>
                    <a:srgbClr val="CAC7C7"/>
                  </a:solidFill>
                </a:rPr>
                <a:t>직접입력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4CBAD7F-1C6B-7F87-C039-6B509943A67B}"/>
              </a:ext>
            </a:extLst>
          </p:cNvPr>
          <p:cNvGrpSpPr/>
          <p:nvPr/>
        </p:nvGrpSpPr>
        <p:grpSpPr>
          <a:xfrm>
            <a:off x="5896466" y="4731253"/>
            <a:ext cx="215977" cy="215977"/>
            <a:chOff x="5896466" y="4731253"/>
            <a:chExt cx="215977" cy="21597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CAF02AF-5778-6E22-8216-8E0EC1416323}"/>
                </a:ext>
              </a:extLst>
            </p:cNvPr>
            <p:cNvSpPr/>
            <p:nvPr/>
          </p:nvSpPr>
          <p:spPr>
            <a:xfrm>
              <a:off x="5896466" y="4731253"/>
              <a:ext cx="215977" cy="215977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화살표: 오른쪽 18">
              <a:extLst>
                <a:ext uri="{FF2B5EF4-FFF2-40B4-BE49-F238E27FC236}">
                  <a16:creationId xmlns:a16="http://schemas.microsoft.com/office/drawing/2014/main" id="{8F6D8224-5396-E276-BC00-67BAF54D8A0E}"/>
                </a:ext>
              </a:extLst>
            </p:cNvPr>
            <p:cNvSpPr/>
            <p:nvPr/>
          </p:nvSpPr>
          <p:spPr>
            <a:xfrm rot="5400000">
              <a:off x="5945698" y="4785083"/>
              <a:ext cx="117511" cy="138875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108084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비밀번호 변경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999704"/>
              </p:ext>
            </p:extLst>
          </p:nvPr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본인확인을 위해 이메일 입력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F39DE2-7618-2235-33CE-58D87DCD7958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16" name="Rect 0">
            <a:extLst>
              <a:ext uri="{FF2B5EF4-FFF2-40B4-BE49-F238E27FC236}">
                <a16:creationId xmlns:a16="http://schemas.microsoft.com/office/drawing/2014/main" id="{111D21E6-AFF5-D672-EC9A-070E70DE8612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16455" y="2040508"/>
            <a:ext cx="2288394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204446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89428" y="2034158"/>
            <a:ext cx="2238242" cy="463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-24651" y="202780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6174" y="2036109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203811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6948E5-7821-359C-C2C2-C346B50B19CD}"/>
              </a:ext>
            </a:extLst>
          </p:cNvPr>
          <p:cNvSpPr txBox="1"/>
          <p:nvPr/>
        </p:nvSpPr>
        <p:spPr>
          <a:xfrm>
            <a:off x="625086" y="383456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비밀번호 확인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D86CB2-2A1B-3FAD-4A2C-5441A2ABD61F}"/>
              </a:ext>
            </a:extLst>
          </p:cNvPr>
          <p:cNvSpPr txBox="1"/>
          <p:nvPr/>
        </p:nvSpPr>
        <p:spPr>
          <a:xfrm>
            <a:off x="781849" y="3220811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새 비밀번호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05A924-93AC-CB04-FE89-5166B9A5130A}"/>
              </a:ext>
            </a:extLst>
          </p:cNvPr>
          <p:cNvSpPr txBox="1"/>
          <p:nvPr/>
        </p:nvSpPr>
        <p:spPr>
          <a:xfrm>
            <a:off x="1378771" y="44619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이메일 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237859A-296A-6CCB-DEEC-6DE94EBF1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25" y="3282518"/>
            <a:ext cx="3211333" cy="29296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DB7BC7F-697C-65EE-C924-A378F3F07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7670" y="3608218"/>
            <a:ext cx="1771650" cy="20955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397A5A7-8799-1C38-3FDE-B97E28F066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325" y="3855868"/>
            <a:ext cx="3204524" cy="32923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D382778A-DC27-AE50-04CF-9320765AD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325" y="4191450"/>
            <a:ext cx="1933575" cy="200025"/>
          </a:xfrm>
          <a:prstGeom prst="rect">
            <a:avLst/>
          </a:prstGeom>
        </p:spPr>
      </p:pic>
      <p:grpSp>
        <p:nvGrpSpPr>
          <p:cNvPr id="37" name="그룹 36">
            <a:extLst>
              <a:ext uri="{FF2B5EF4-FFF2-40B4-BE49-F238E27FC236}">
                <a16:creationId xmlns:a16="http://schemas.microsoft.com/office/drawing/2014/main" id="{44B70D4C-7DF2-FBFA-4140-6BC0C2211C9B}"/>
              </a:ext>
            </a:extLst>
          </p:cNvPr>
          <p:cNvGrpSpPr/>
          <p:nvPr/>
        </p:nvGrpSpPr>
        <p:grpSpPr>
          <a:xfrm>
            <a:off x="2427670" y="4504020"/>
            <a:ext cx="3241502" cy="330128"/>
            <a:chOff x="2938510" y="4662893"/>
            <a:chExt cx="3241501" cy="330128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BCB9D8C4-E67C-ABA8-A319-8CAAA46D8867}"/>
                </a:ext>
              </a:extLst>
            </p:cNvPr>
            <p:cNvGrpSpPr/>
            <p:nvPr/>
          </p:nvGrpSpPr>
          <p:grpSpPr>
            <a:xfrm>
              <a:off x="2938510" y="4716022"/>
              <a:ext cx="1890942" cy="276999"/>
              <a:chOff x="2938509" y="6118008"/>
              <a:chExt cx="2886556" cy="276999"/>
            </a:xfrm>
          </p:grpSpPr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9E1544BB-ECE9-33BB-3FEE-BBC260D5F67F}"/>
                  </a:ext>
                </a:extLst>
              </p:cNvPr>
              <p:cNvSpPr/>
              <p:nvPr/>
            </p:nvSpPr>
            <p:spPr>
              <a:xfrm>
                <a:off x="2938509" y="6119302"/>
                <a:ext cx="2764589" cy="253073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603A92A-5B98-CD54-1B5A-24F7B4279F12}"/>
                  </a:ext>
                </a:extLst>
              </p:cNvPr>
              <p:cNvSpPr txBox="1"/>
              <p:nvPr/>
            </p:nvSpPr>
            <p:spPr>
              <a:xfrm>
                <a:off x="2938509" y="6118008"/>
                <a:ext cx="28865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>
                    <a:solidFill>
                      <a:srgbClr val="CAC7C7"/>
                    </a:solidFill>
                  </a:rPr>
                  <a:t>이메일을</a:t>
                </a:r>
                <a:r>
                  <a:rPr lang="ko-KR" altLang="en-US" sz="1200" dirty="0"/>
                  <a:t> </a:t>
                </a:r>
                <a:r>
                  <a:rPr lang="ko-KR" altLang="en-US" sz="1200" dirty="0">
                    <a:solidFill>
                      <a:srgbClr val="CAC7C7"/>
                    </a:solidFill>
                  </a:rPr>
                  <a:t>입력해주세요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DD5CE17-2CEB-D249-F836-229ED96C1E34}"/>
                </a:ext>
              </a:extLst>
            </p:cNvPr>
            <p:cNvSpPr txBox="1"/>
            <p:nvPr/>
          </p:nvSpPr>
          <p:spPr>
            <a:xfrm>
              <a:off x="4692880" y="4662893"/>
              <a:ext cx="3609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@</a:t>
              </a:r>
              <a:endParaRPr lang="ko-KR" altLang="en-US" sz="1400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6007F9E5-75C4-9A91-FBAD-3B5F879495AF}"/>
                </a:ext>
              </a:extLst>
            </p:cNvPr>
            <p:cNvGrpSpPr/>
            <p:nvPr/>
          </p:nvGrpSpPr>
          <p:grpSpPr>
            <a:xfrm>
              <a:off x="4981365" y="4710267"/>
              <a:ext cx="1198646" cy="276999"/>
              <a:chOff x="2938509" y="6118008"/>
              <a:chExt cx="2886556" cy="276999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5C909F0F-1C67-7228-78AF-DB54ED1A3DF8}"/>
                  </a:ext>
                </a:extLst>
              </p:cNvPr>
              <p:cNvSpPr/>
              <p:nvPr/>
            </p:nvSpPr>
            <p:spPr>
              <a:xfrm>
                <a:off x="2938509" y="6119302"/>
                <a:ext cx="2764589" cy="253073"/>
              </a:xfrm>
              <a:prstGeom prst="round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7BE02F1-3CFC-7863-107D-45BCE10CF0EC}"/>
                  </a:ext>
                </a:extLst>
              </p:cNvPr>
              <p:cNvSpPr txBox="1"/>
              <p:nvPr/>
            </p:nvSpPr>
            <p:spPr>
              <a:xfrm>
                <a:off x="2938509" y="6118008"/>
                <a:ext cx="288655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/>
                  <a:t> </a:t>
                </a:r>
                <a:r>
                  <a:rPr lang="ko-KR" altLang="en-US" sz="1200" dirty="0">
                    <a:solidFill>
                      <a:srgbClr val="CAC7C7"/>
                    </a:solidFill>
                  </a:rPr>
                  <a:t>직접입력</a:t>
                </a:r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487E52D-1930-A898-AB78-14593FA16D57}"/>
                </a:ext>
              </a:extLst>
            </p:cNvPr>
            <p:cNvGrpSpPr/>
            <p:nvPr/>
          </p:nvGrpSpPr>
          <p:grpSpPr>
            <a:xfrm>
              <a:off x="5896466" y="4731253"/>
              <a:ext cx="215977" cy="215977"/>
              <a:chOff x="5896466" y="4731253"/>
              <a:chExt cx="215977" cy="21597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A5257B66-A037-E997-D65C-EF0A108334B5}"/>
                  </a:ext>
                </a:extLst>
              </p:cNvPr>
              <p:cNvSpPr/>
              <p:nvPr/>
            </p:nvSpPr>
            <p:spPr>
              <a:xfrm>
                <a:off x="5896466" y="4731253"/>
                <a:ext cx="215977" cy="215977"/>
              </a:xfrm>
              <a:prstGeom prst="round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화살표: 오른쪽 35">
                <a:extLst>
                  <a:ext uri="{FF2B5EF4-FFF2-40B4-BE49-F238E27FC236}">
                    <a16:creationId xmlns:a16="http://schemas.microsoft.com/office/drawing/2014/main" id="{A22A62DD-C950-0D98-DF80-45428EA51A8B}"/>
                  </a:ext>
                </a:extLst>
              </p:cNvPr>
              <p:cNvSpPr/>
              <p:nvPr/>
            </p:nvSpPr>
            <p:spPr>
              <a:xfrm rot="5400000">
                <a:off x="5945698" y="4785083"/>
                <a:ext cx="117511" cy="138875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0932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123837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307216"/>
              </p:ext>
            </p:extLst>
          </p:nvPr>
        </p:nvGraphicFramePr>
        <p:xfrm>
          <a:off x="8603615" y="1179831"/>
          <a:ext cx="3587750" cy="5708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8322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381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956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File upload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가능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여러 개 추가 가능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상세 페이지로 이동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19D4E2-9406-F948-7599-05324664BAB4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10" name="Rect 0">
            <a:extLst>
              <a:ext uri="{FF2B5EF4-FFF2-40B4-BE49-F238E27FC236}">
                <a16:creationId xmlns:a16="http://schemas.microsoft.com/office/drawing/2014/main" id="{223FBE72-6386-E704-C4D9-72AE262F6277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76019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2045083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89428" y="2034157"/>
            <a:ext cx="2238242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0" y="202780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4586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2047977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AAB487-1D73-BA25-6A2C-27F51F425823}"/>
              </a:ext>
            </a:extLst>
          </p:cNvPr>
          <p:cNvSpPr/>
          <p:nvPr/>
        </p:nvSpPr>
        <p:spPr>
          <a:xfrm>
            <a:off x="7306157" y="2628589"/>
            <a:ext cx="1109709" cy="3373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추가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BE78240-3B9A-872C-E26F-349AC68E7FF0}"/>
              </a:ext>
            </a:extLst>
          </p:cNvPr>
          <p:cNvSpPr/>
          <p:nvPr/>
        </p:nvSpPr>
        <p:spPr>
          <a:xfrm>
            <a:off x="255802" y="3727581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F8A164-8D06-E00D-0FC0-F0A0DE4EFBCC}"/>
              </a:ext>
            </a:extLst>
          </p:cNvPr>
          <p:cNvSpPr/>
          <p:nvPr/>
        </p:nvSpPr>
        <p:spPr>
          <a:xfrm>
            <a:off x="255802" y="3258927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DBE360-C77A-9D9C-7FED-3F67BAEAAC81}"/>
              </a:ext>
            </a:extLst>
          </p:cNvPr>
          <p:cNvSpPr/>
          <p:nvPr/>
        </p:nvSpPr>
        <p:spPr>
          <a:xfrm>
            <a:off x="255802" y="4239708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9572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327088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상세 정보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715389"/>
              </p:ext>
            </p:extLst>
          </p:nvPr>
        </p:nvGraphicFramePr>
        <p:xfrm>
          <a:off x="8603615" y="1179830"/>
          <a:ext cx="3587750" cy="570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상세 정보 페이지 이동시 파일 이름과 파일에서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JSON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으로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파씽하여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가져온 텍스트 결과 출력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FEDF69-D164-8B80-5A19-8644D1AA87BD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292061" y="2034247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170560" y="2042875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70739" y="2032570"/>
            <a:ext cx="2238242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0" y="203415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6174" y="2045706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83124" y="2034157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0126EA-A74B-2296-1256-F2460606E52D}"/>
              </a:ext>
            </a:extLst>
          </p:cNvPr>
          <p:cNvSpPr/>
          <p:nvPr/>
        </p:nvSpPr>
        <p:spPr>
          <a:xfrm>
            <a:off x="346447" y="2764162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ED47C6-15DA-F7B6-DF2E-ED80BD8221B0}"/>
              </a:ext>
            </a:extLst>
          </p:cNvPr>
          <p:cNvSpPr/>
          <p:nvPr/>
        </p:nvSpPr>
        <p:spPr>
          <a:xfrm>
            <a:off x="345812" y="3091649"/>
            <a:ext cx="6000700" cy="3373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파일 이름</a:t>
            </a:r>
            <a:r>
              <a:rPr lang="en-US" altLang="ko-KR" dirty="0"/>
              <a:t>: ex) 20250219.jpg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5F35AB0-4514-4073-55ED-89749DF86D9F}"/>
              </a:ext>
            </a:extLst>
          </p:cNvPr>
          <p:cNvSpPr/>
          <p:nvPr/>
        </p:nvSpPr>
        <p:spPr>
          <a:xfrm>
            <a:off x="345811" y="3437483"/>
            <a:ext cx="7972951" cy="213769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이력서에서 텍스트로 뽑아낸 분석결과물</a:t>
            </a:r>
            <a:r>
              <a:rPr lang="en-US" altLang="ko-KR" dirty="0"/>
              <a:t>:</a:t>
            </a:r>
          </a:p>
          <a:p>
            <a:pPr algn="ctr"/>
            <a:r>
              <a:rPr lang="en-US" altLang="ko-KR" dirty="0"/>
              <a:t>Ex) </a:t>
            </a:r>
          </a:p>
          <a:p>
            <a:pPr algn="ctr"/>
            <a:r>
              <a:rPr lang="en-US" altLang="ko-KR" dirty="0"/>
              <a:t>    </a:t>
            </a:r>
            <a:r>
              <a:rPr lang="ko-KR" altLang="en-US" dirty="0"/>
              <a:t>이름</a:t>
            </a:r>
            <a:r>
              <a:rPr lang="en-US" altLang="ko-KR" dirty="0"/>
              <a:t>: </a:t>
            </a:r>
            <a:r>
              <a:rPr lang="ko-KR" altLang="en-US" dirty="0"/>
              <a:t>홍길동</a:t>
            </a:r>
            <a:endParaRPr lang="en-US" altLang="ko-KR" dirty="0"/>
          </a:p>
          <a:p>
            <a:pPr algn="ctr"/>
            <a:r>
              <a:rPr lang="en-US" altLang="ko-KR" dirty="0"/>
              <a:t>    </a:t>
            </a:r>
            <a:r>
              <a:rPr lang="ko-KR" altLang="en-US" dirty="0"/>
              <a:t>학력</a:t>
            </a:r>
            <a:r>
              <a:rPr lang="en-US" altLang="ko-KR" dirty="0"/>
              <a:t>: </a:t>
            </a:r>
            <a:r>
              <a:rPr lang="ko-KR" altLang="en-US" dirty="0"/>
              <a:t>서울대학교</a:t>
            </a:r>
            <a:endParaRPr lang="en-US" altLang="ko-KR" dirty="0"/>
          </a:p>
          <a:p>
            <a:pPr algn="ctr"/>
            <a:r>
              <a:rPr lang="ko-KR" altLang="en-US" dirty="0"/>
              <a:t> 자격증</a:t>
            </a:r>
            <a:r>
              <a:rPr lang="en-US" altLang="ko-KR" dirty="0"/>
              <a:t>: </a:t>
            </a:r>
            <a:r>
              <a:rPr lang="ko-KR" altLang="en-US" dirty="0"/>
              <a:t>컴퓨터 활용 </a:t>
            </a:r>
            <a:r>
              <a:rPr lang="en-US" altLang="ko-KR" dirty="0"/>
              <a:t>1</a:t>
            </a:r>
            <a:r>
              <a:rPr lang="ko-KR" altLang="en-US" dirty="0"/>
              <a:t>급</a:t>
            </a:r>
          </a:p>
        </p:txBody>
      </p:sp>
    </p:spTree>
    <p:extLst>
      <p:ext uri="{BB962C8B-B14F-4D97-AF65-F5344CB8AC3E}">
        <p14:creationId xmlns:p14="http://schemas.microsoft.com/office/powerpoint/2010/main" val="3133077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249292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ECCF599E-B5C8-96C6-D8D5-1CA97FB3EBC8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978259"/>
              </p:ext>
            </p:extLst>
          </p:nvPr>
        </p:nvGraphicFramePr>
        <p:xfrm>
          <a:off x="8603615" y="1179830"/>
          <a:ext cx="3587750" cy="570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예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처리후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메인페이지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아니요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메인페이지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11" name="Rect 0">
            <a:extLst>
              <a:ext uri="{FF2B5EF4-FFF2-40B4-BE49-F238E27FC236}">
                <a16:creationId xmlns:a16="http://schemas.microsoft.com/office/drawing/2014/main" id="{1B3158A0-80DB-3D71-4A39-64D006A68932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07910" y="2036990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170560" y="203811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89428" y="2034157"/>
            <a:ext cx="2238242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0" y="202780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5856" y="2036415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58821" y="203811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A90766-E644-30DD-EFCC-2224B8BD4E12}"/>
              </a:ext>
            </a:extLst>
          </p:cNvPr>
          <p:cNvSpPr/>
          <p:nvPr/>
        </p:nvSpPr>
        <p:spPr>
          <a:xfrm>
            <a:off x="0" y="3217750"/>
            <a:ext cx="8602980" cy="181145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탈퇴 하시겠습니까</a:t>
            </a:r>
            <a:r>
              <a:rPr lang="en-US" altLang="ko-KR" dirty="0"/>
              <a:t>?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예</a:t>
            </a:r>
            <a:r>
              <a:rPr lang="en-US" altLang="ko-KR" dirty="0"/>
              <a:t>	</a:t>
            </a:r>
            <a:r>
              <a:rPr lang="ko-KR" altLang="en-US" dirty="0"/>
              <a:t>아니요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2918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이력서 분석 후 회사에 적합한지 대조후 추천피드백</a:t>
                      </a:r>
                      <a:endParaRPr lang="ko-KR" altLang="en-US" sz="1400" b="0" i="0" kern="1200">
                        <a:solidFill>
                          <a:schemeClr val="dk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739466"/>
              </p:ext>
            </p:extLst>
          </p:nvPr>
        </p:nvGraphicFramePr>
        <p:xfrm>
          <a:off x="8603615" y="1179830"/>
          <a:ext cx="3587750" cy="5692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5377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481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7606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회사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</a:rPr>
                        <a:t>주소과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 희망 부서를 입력 -&gt; 입력한 회사의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</a:rPr>
                        <a:t>비젼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i="0" kern="1200" dirty="0" err="1">
                          <a:solidFill>
                            <a:schemeClr val="tx1"/>
                          </a:solidFill>
                        </a:rPr>
                        <a:t>인재상</a:t>
                      </a:r>
                      <a:r>
                        <a:rPr lang="ko-KR" altLang="en-US" sz="1200" b="0" i="0" kern="1200">
                          <a:solidFill>
                            <a:schemeClr val="tx1"/>
                          </a:solidFill>
                        </a:rPr>
                        <a:t> 등등을 </a:t>
                      </a:r>
                      <a:r>
                        <a:rPr lang="ko-KR" altLang="en-US" sz="1200" b="0" i="0" kern="1200" dirty="0">
                          <a:solidFill>
                            <a:schemeClr val="tx1"/>
                          </a:solidFill>
                        </a:rPr>
                        <a:t>알아냄 </a:t>
                      </a:r>
                    </a:p>
                    <a:p>
                      <a:pPr marL="0" lvl="1" indent="0" latinLnBrk="1">
                        <a:buFontTx/>
                        <a:buNone/>
                      </a:pPr>
                      <a:endParaRPr lang="ko-KR" altLang="en-US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7784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이력사항과 회사이름, 희망부서를 대조 -&gt; 이력사항에서 부족한 부분, 자기소개서를 쓸 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강조해야할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부분,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조심해야할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부분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추천피드백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34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4805" y="1186180"/>
            <a:ext cx="6988810" cy="6426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79830"/>
            <a:ext cx="1614805" cy="64262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60"/>
            <a:ext cx="161480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sp>
        <p:nvSpPr>
          <p:cNvPr id="57" name="도형 2"/>
          <p:cNvSpPr>
            <a:spLocks/>
          </p:cNvSpPr>
          <p:nvPr/>
        </p:nvSpPr>
        <p:spPr>
          <a:xfrm>
            <a:off x="145415" y="2149475"/>
            <a:ext cx="2741295" cy="33693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8" name="도형 3"/>
          <p:cNvSpPr>
            <a:spLocks/>
          </p:cNvSpPr>
          <p:nvPr/>
        </p:nvSpPr>
        <p:spPr>
          <a:xfrm>
            <a:off x="2874010" y="2149475"/>
            <a:ext cx="5603240" cy="336931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2" name="도형 9"/>
          <p:cNvSpPr>
            <a:spLocks/>
          </p:cNvSpPr>
          <p:nvPr/>
        </p:nvSpPr>
        <p:spPr>
          <a:xfrm>
            <a:off x="247650" y="3065441"/>
            <a:ext cx="2439670" cy="2241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000">
              <a:solidFill>
                <a:schemeClr val="bg1">
                  <a:lumMod val="85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3" name="도형 10"/>
          <p:cNvSpPr>
            <a:spLocks/>
          </p:cNvSpPr>
          <p:nvPr/>
        </p:nvSpPr>
        <p:spPr>
          <a:xfrm>
            <a:off x="247650" y="3367701"/>
            <a:ext cx="501650" cy="18224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000">
                <a:latin typeface="맑은 고딕" charset="0"/>
                <a:ea typeface="맑은 고딕" charset="0"/>
              </a:rPr>
              <a:t>제출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64" name="텍스트 상자 13"/>
          <p:cNvSpPr txBox="1">
            <a:spLocks/>
          </p:cNvSpPr>
          <p:nvPr/>
        </p:nvSpPr>
        <p:spPr>
          <a:xfrm>
            <a:off x="169545" y="2784327"/>
            <a:ext cx="1050925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1400" err="1">
                <a:latin typeface="맑은 고딕" charset="0"/>
                <a:ea typeface="맑은 고딕" charset="0"/>
              </a:rPr>
              <a:t>회사</a:t>
            </a:r>
            <a:r>
              <a:rPr lang="ko-KR" sz="1400" dirty="0">
                <a:latin typeface="맑은 고딕" charset="0"/>
                <a:ea typeface="맑은 고딕" charset="0"/>
              </a:rPr>
              <a:t> </a:t>
            </a:r>
            <a:r>
              <a:rPr lang="ko-KR" altLang="en-US" sz="1400" dirty="0">
                <a:latin typeface="맑은 고딕" charset="0"/>
                <a:ea typeface="맑은 고딕" charset="0"/>
              </a:rPr>
              <a:t>주소</a:t>
            </a:r>
          </a:p>
        </p:txBody>
      </p:sp>
      <p:sp>
        <p:nvSpPr>
          <p:cNvPr id="65" name="도형 14"/>
          <p:cNvSpPr>
            <a:spLocks/>
          </p:cNvSpPr>
          <p:nvPr/>
        </p:nvSpPr>
        <p:spPr>
          <a:xfrm>
            <a:off x="3049270" y="2385060"/>
            <a:ext cx="5277485" cy="2905125"/>
          </a:xfrm>
          <a:prstGeom prst="rect">
            <a:avLst/>
          </a:prstGeom>
          <a:solidFill>
            <a:schemeClr val="bg1">
              <a:lumMod val="9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800">
                <a:solidFill>
                  <a:schemeClr val="accent5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</a:rPr>
              <a:t>챗봇</a:t>
            </a:r>
            <a:endParaRPr lang="ko-KR" altLang="en-US" sz="1800">
              <a:solidFill>
                <a:schemeClr val="accent5">
                  <a:lumMod val="60000"/>
                  <a:lumOff val="4000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도형 17"/>
          <p:cNvSpPr>
            <a:spLocks/>
          </p:cNvSpPr>
          <p:nvPr/>
        </p:nvSpPr>
        <p:spPr>
          <a:xfrm>
            <a:off x="2493645" y="2897166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1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8" name="도형 18"/>
          <p:cNvSpPr>
            <a:spLocks/>
          </p:cNvSpPr>
          <p:nvPr/>
        </p:nvSpPr>
        <p:spPr>
          <a:xfrm>
            <a:off x="247650" y="4141618"/>
            <a:ext cx="2439670" cy="2241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000">
              <a:solidFill>
                <a:schemeClr val="bg1">
                  <a:lumMod val="85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도형 19"/>
          <p:cNvSpPr>
            <a:spLocks/>
          </p:cNvSpPr>
          <p:nvPr/>
        </p:nvSpPr>
        <p:spPr>
          <a:xfrm>
            <a:off x="247650" y="4443878"/>
            <a:ext cx="501650" cy="18224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000">
                <a:latin typeface="맑은 고딕" charset="0"/>
                <a:ea typeface="맑은 고딕" charset="0"/>
              </a:rPr>
              <a:t>제출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20"/>
          <p:cNvSpPr txBox="1">
            <a:spLocks/>
          </p:cNvSpPr>
          <p:nvPr/>
        </p:nvSpPr>
        <p:spPr>
          <a:xfrm>
            <a:off x="169545" y="3840628"/>
            <a:ext cx="1050925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altLang="en-US" sz="1400" dirty="0">
                <a:latin typeface="맑은 고딕" charset="0"/>
                <a:ea typeface="맑은 고딕" charset="0"/>
              </a:rPr>
              <a:t>희</a:t>
            </a:r>
            <a:r>
              <a:rPr sz="1400" dirty="0">
                <a:latin typeface="맑은 고딕" charset="0"/>
                <a:ea typeface="맑은 고딕" charset="0"/>
              </a:rPr>
              <a:t>망 </a:t>
            </a:r>
            <a:r>
              <a:rPr sz="1400" dirty="0" err="1">
                <a:latin typeface="맑은 고딕" charset="0"/>
                <a:ea typeface="맑은 고딕" charset="0"/>
              </a:rPr>
              <a:t>부서</a:t>
            </a:r>
            <a:endParaRPr lang="ko-KR" altLang="en-US" sz="1400" dirty="0">
              <a:latin typeface="맑은 고딕" charset="0"/>
              <a:ea typeface="맑은 고딕" charset="0"/>
            </a:endParaRPr>
          </a:p>
        </p:txBody>
      </p:sp>
      <p:sp>
        <p:nvSpPr>
          <p:cNvPr id="71" name="도형 21"/>
          <p:cNvSpPr>
            <a:spLocks/>
          </p:cNvSpPr>
          <p:nvPr/>
        </p:nvSpPr>
        <p:spPr>
          <a:xfrm>
            <a:off x="2493645" y="3973343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1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72" name="도형 22"/>
          <p:cNvSpPr>
            <a:spLocks/>
          </p:cNvSpPr>
          <p:nvPr/>
        </p:nvSpPr>
        <p:spPr>
          <a:xfrm>
            <a:off x="2958465" y="2263775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2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375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Pages>4</Pages>
  <Words>553</Words>
  <Characters>0</Characters>
  <Application>Microsoft Office PowerPoint</Application>
  <DocSecurity>0</DocSecurity>
  <PresentationFormat>와이드스크린</PresentationFormat>
  <Lines>0</Lines>
  <Paragraphs>232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5</cp:revision>
  <dcterms:modified xsi:type="dcterms:W3CDTF">2026-02-19T02:18:40Z</dcterms:modified>
  <cp:version>10.105.293.56114</cp:version>
</cp:coreProperties>
</file>