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6" r:id="rId12"/>
    <p:sldId id="272" r:id="rId13"/>
    <p:sldId id="273" r:id="rId14"/>
    <p:sldId id="278" r:id="rId15"/>
    <p:sldId id="277" r:id="rId16"/>
    <p:sldId id="274" r:id="rId17"/>
    <p:sldId id="283" r:id="rId18"/>
    <p:sldId id="279" r:id="rId19"/>
    <p:sldId id="280" r:id="rId20"/>
    <p:sldId id="281" r:id="rId21"/>
    <p:sldId id="282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46241947029349"/>
          <c:y val="0.31303201321267293"/>
          <c:w val="0.88765164771070282"/>
          <c:h val="0.53824347044634768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Sheet1!$B$2:$B$5</c15:sqref>
                  </c15:fullRef>
                </c:ext>
              </c:extLst>
              <c:f>Sheet1!$B$2</c:f>
              <c:numCache>
                <c:formatCode>General</c:formatCode>
                <c:ptCount val="1"/>
                <c:pt idx="0">
                  <c:v>75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395B-4BDE-8016-F51469F138EF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Sheet1!$C$2:$C$5</c15:sqref>
                  </c15:fullRef>
                </c:ext>
              </c:extLst>
              <c:f>Sheet1!$C$2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계열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395B-4BDE-8016-F51469F138EF}"/>
            </c:ext>
          </c:extLst>
        </c:ser>
        <c:ser>
          <c:idx val="2"/>
          <c:order val="2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Sheet1!$D$2:$D$5</c15:sqref>
                  </c15:fullRef>
                </c:ext>
              </c:extLst>
              <c:f>Sheet1!$D$2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계열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395B-4BDE-8016-F51469F138EF}"/>
            </c:ext>
          </c:extLst>
        </c:ser>
        <c:ser>
          <c:idx val="3"/>
          <c:order val="3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Sheet1!$E$2:$E$5</c15:sqref>
                  </c15:fullRef>
                </c:ext>
              </c:extLst>
              <c:f>Sheet1!$E$2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Sheet1!$E$1</c15:sqref>
                        </c15:formulaRef>
                      </c:ext>
                    </c:extLst>
                    <c:strCache>
                      <c:ptCount val="1"/>
                      <c:pt idx="0">
                        <c:v>계열 4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4-395B-4BDE-8016-F51469F138EF}"/>
            </c:ext>
          </c:extLst>
        </c:ser>
        <c:ser>
          <c:idx val="4"/>
          <c:order val="4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Sheet1!$F$2:$F$5</c15:sqref>
                  </c15:fullRef>
                </c:ext>
              </c:extLst>
              <c:f>Sheet1!$F$2</c:f>
              <c:numCache>
                <c:formatCode>General</c:formatCode>
                <c:ptCount val="1"/>
                <c:pt idx="0">
                  <c:v>85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계열 5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5-395B-4BDE-8016-F51469F138EF}"/>
            </c:ext>
          </c:extLst>
        </c:ser>
        <c:ser>
          <c:idx val="5"/>
          <c:order val="5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Sheet1!$G$2:$G$5</c15:sqref>
                  </c15:fullRef>
                </c:ext>
              </c:extLst>
              <c:f>Sheet1!$G$2</c:f>
              <c:numCache>
                <c:formatCode>General</c:formatCode>
                <c:ptCount val="1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계열 6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395B-4BDE-8016-F51469F138EF}"/>
            </c:ext>
          </c:extLst>
        </c:ser>
        <c:ser>
          <c:idx val="6"/>
          <c:order val="6"/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Lit>
              <c:ptCount val="1"/>
              <c:pt idx="0">
                <c:v>1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Sheet1!$H$2:$H$5</c15:sqref>
                  </c15:fullRef>
                </c:ext>
              </c:extLst>
              <c:f>Sheet1!$H$2</c:f>
              <c:numCache>
                <c:formatCode>General</c:formatCode>
                <c:ptCount val="1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계열 7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1"/>
                      <c:pt idx="0">
                        <c:v>점수 변화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7-395B-4BDE-8016-F51469F13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81679280"/>
        <c:axId val="281679696"/>
      </c:barChart>
      <c:catAx>
        <c:axId val="28167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1679696"/>
        <c:crosses val="autoZero"/>
        <c:auto val="1"/>
        <c:lblAlgn val="ctr"/>
        <c:lblOffset val="100"/>
        <c:noMultiLvlLbl val="0"/>
      </c:catAx>
      <c:valAx>
        <c:axId val="28167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8167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8650A-EC72-4E9E-A679-9047E9FB2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4B7EB1-A956-4A2F-B2E7-5EA03DAB9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E1578A-A089-452A-955D-D8A30C59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29F5C-CE05-4C41-8430-163AD21D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ACE7E-C134-4B5E-8A0C-F36A2592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1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0AB77-0AE4-4620-B162-4BDEB584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372A7-DE99-450F-9370-6E497BABA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686345-AFC6-4173-B201-C23D7430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1ADA6-DD22-4109-AAE9-3F2DA052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AADB-C063-409A-9A63-E167BF16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6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F8BF9-3C0C-472E-9789-A7DD0AAB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EC81E-EA5E-40EA-A1FC-2DFC538D6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2D328-7A36-4B77-B969-ED479399A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61013-A78D-402E-B028-2CA73AEA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F0322-C5EF-49F2-A92A-2B0C10B0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466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C46B4-7634-4B64-8C12-C271DF06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202C71-2711-4A72-B15F-A628F587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BCB18-8C86-4B03-ABE2-6C00FE7B5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E5DCE0-E266-4D5B-AF42-99AA07B9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036E8E-0268-40D0-A519-F9111B8A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EAADC-121F-4C76-A963-1C16A92C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03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0CAA8-775F-4459-AC67-992CD525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02B8E-F390-4AF2-91F4-43DBDF360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235C96-56FF-4E82-BC20-789645A98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368E0-F380-4B6F-8B4A-5ABE0F0BE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0E0044-FED6-4C59-BFB3-3435F2EFE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4D312C-D261-43C8-BC4A-B0935CF6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F0CD9D-26C3-4675-A629-FC04056A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3B39B7-A52E-4E25-9361-F1297137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13420-E2BC-4DC9-9E8C-905592BE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EC7D3D-A55D-4744-93AC-48C53C38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DA7B7D-B452-4758-8878-B07441E0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9B278A-85C1-4E50-AF5F-E7F3909F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5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803900-096D-4FA4-B984-DF415292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1B0B01-26F7-409E-A343-2197043E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BCDE-CFF6-4B21-97EF-8154B610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3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265FB-09E5-47CA-973F-C9071AEC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6E475-58E6-4E36-B90C-CA89C2295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B4CB6A-1EDE-4A99-8605-A56DA5120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F76DD1-69B4-480D-8FB2-BFE27937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20034-6614-41B2-92F8-26DCAF5A5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1E86D7-1F9F-4D22-917A-94C68042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AE297-99AD-4CC7-8232-9ED4F73A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C1CD5B-E4E1-4BDF-9E27-0FA45CE0D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1F50E8-5C66-4008-9463-8B9AD720C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0833D-9C3B-41A5-81EC-E79AA7A8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9DC02-BE76-4D6B-8FB3-D762F576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E10C3E-E810-4931-977A-C0BDBA64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1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9D307-0979-4BBF-A5E9-C0B4D940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196B3D-B713-4C2F-A640-C52A938F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383B9-9E6A-42A0-8E11-8DB2DAB1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944F5-FCC1-42C9-9F84-6C1ACA48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C49FAC-472C-44BE-B417-993B7563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62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7FF51-35CD-4934-8A4C-D3053B0AF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BBF3C8-F71D-4947-A0D4-F1DE2F4BE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45651-9CDA-4D48-B9D4-F6750CB5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E91E4-6405-4046-A9DB-50F2B5AA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4308-9ED2-4A89-A274-A4D2A50E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2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D1F7E0-0496-47A9-A771-15D9C3D9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DD1A2-D404-48D2-8CE1-43CE4B93A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91CB8-4297-46B9-8857-5E009446E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2CCC9-0F49-42EA-A7DB-25DF6FED5BB5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04035-573F-4AA9-8F0F-D05B9C65C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CA0D6-38EF-4126-982A-9C5356591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51072-2733-4782-95C8-38C213702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76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787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업로드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이력서가 없을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28679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업로드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이력서가 없을 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이력서가 없을 시 이력서 제출폼이 출력된다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파일 선택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업로드 창이 나온다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D4798-A0B2-4B54-BC75-EB4AB17E31D5}"/>
              </a:ext>
            </a:extLst>
          </p:cNvPr>
          <p:cNvSpPr txBox="1"/>
          <p:nvPr/>
        </p:nvSpPr>
        <p:spPr>
          <a:xfrm>
            <a:off x="312882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업로드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6998E-9A86-4D1E-943C-8B4E3C48D2EF}"/>
              </a:ext>
            </a:extLst>
          </p:cNvPr>
          <p:cNvSpPr txBox="1"/>
          <p:nvPr/>
        </p:nvSpPr>
        <p:spPr>
          <a:xfrm>
            <a:off x="1163781" y="2884898"/>
            <a:ext cx="549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PDF, DOC, DOCX </a:t>
            </a:r>
            <a:r>
              <a:rPr lang="ko-KR" altLang="en-US" sz="1100" dirty="0"/>
              <a:t>형식의 이력서를 업로드해주세요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11F85C-C1C1-4D7D-8AB8-05E18439EEFD}"/>
              </a:ext>
            </a:extLst>
          </p:cNvPr>
          <p:cNvSpPr/>
          <p:nvPr/>
        </p:nvSpPr>
        <p:spPr>
          <a:xfrm>
            <a:off x="1258784" y="3342904"/>
            <a:ext cx="6293922" cy="2082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FB9BF66-E0A4-4BF8-8499-D3D2910C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144488" y="3526005"/>
            <a:ext cx="493033" cy="4930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E0B395-C30D-477A-B0F1-FB24DAB13821}"/>
              </a:ext>
            </a:extLst>
          </p:cNvPr>
          <p:cNvSpPr txBox="1"/>
          <p:nvPr/>
        </p:nvSpPr>
        <p:spPr>
          <a:xfrm>
            <a:off x="2440068" y="4104771"/>
            <a:ext cx="410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파일을 </a:t>
            </a:r>
            <a:r>
              <a:rPr lang="ko-KR" altLang="en-US" dirty="0" err="1">
                <a:solidFill>
                  <a:schemeClr val="bg1"/>
                </a:solidFill>
              </a:rPr>
              <a:t>드래그하거나</a:t>
            </a:r>
            <a:r>
              <a:rPr lang="ko-KR" altLang="en-US" dirty="0">
                <a:solidFill>
                  <a:schemeClr val="bg1"/>
                </a:solidFill>
              </a:rPr>
              <a:t> 클릭하여 업로드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0D2C3-2B59-4B37-BE45-E0B57F9B6B42}"/>
              </a:ext>
            </a:extLst>
          </p:cNvPr>
          <p:cNvSpPr txBox="1"/>
          <p:nvPr/>
        </p:nvSpPr>
        <p:spPr>
          <a:xfrm>
            <a:off x="3346862" y="4359351"/>
            <a:ext cx="549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PDF, DOC, DOCX (</a:t>
            </a:r>
            <a:r>
              <a:rPr lang="ko-KR" altLang="en-US" sz="1100" dirty="0">
                <a:solidFill>
                  <a:schemeClr val="bg1"/>
                </a:solidFill>
              </a:rPr>
              <a:t>최대 </a:t>
            </a:r>
            <a:r>
              <a:rPr lang="en-US" altLang="ko-KR" sz="1100" dirty="0">
                <a:solidFill>
                  <a:schemeClr val="bg1"/>
                </a:solidFill>
              </a:rPr>
              <a:t>10MB)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16C4C10-AAF9-4475-8825-48C94EF0F1D8}"/>
              </a:ext>
            </a:extLst>
          </p:cNvPr>
          <p:cNvSpPr/>
          <p:nvPr/>
        </p:nvSpPr>
        <p:spPr>
          <a:xfrm>
            <a:off x="3509158" y="4868883"/>
            <a:ext cx="1442852" cy="30875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파일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2E8BE-64F4-4D8C-AE6A-0F810517E4C3}"/>
              </a:ext>
            </a:extLst>
          </p:cNvPr>
          <p:cNvSpPr/>
          <p:nvPr/>
        </p:nvSpPr>
        <p:spPr>
          <a:xfrm>
            <a:off x="1163781" y="3176649"/>
            <a:ext cx="36813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47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6269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361562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분석 대기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이력서를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분석시키는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과정에서 나오는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이력서를 분석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267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65676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이력서가 있을 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671297"/>
              </p:ext>
            </p:extLst>
          </p:nvPr>
        </p:nvGraphicFramePr>
        <p:xfrm>
          <a:off x="8603672" y="1180080"/>
          <a:ext cx="3588327" cy="5698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6695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9583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이력서가 있을 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985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이력서의 간단 정보 제공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이름 우측 쓰레기통 아이콘을 통해 이력서 삭제를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할수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있다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이름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용량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포지션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활용하여 추출한 내용을 보여준다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연습횟수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마지막 사용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정보를 읽어와 사용한다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상세 보기 버튼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상세 페이지로 이동한다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en-US" altLang="ko-KR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723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이력서는 한 화면에 최대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개까지 보여주고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초과할시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스크롤로 옆을 넘긴다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정렬은 마지막 사용 기준으로 왼쪽부터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  <a:tr h="4791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새로운 이력서를 등록할 수 있다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버튼을 클릭하면 업로드 창이 나온다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8860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775C1-B232-4A12-B721-950F451D5E45}"/>
              </a:ext>
            </a:extLst>
          </p:cNvPr>
          <p:cNvSpPr txBox="1"/>
          <p:nvPr/>
        </p:nvSpPr>
        <p:spPr>
          <a:xfrm>
            <a:off x="33251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관리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FF2626-19B1-4E25-A3B0-EC7EDE8D904B}"/>
              </a:ext>
            </a:extLst>
          </p:cNvPr>
          <p:cNvSpPr txBox="1"/>
          <p:nvPr/>
        </p:nvSpPr>
        <p:spPr>
          <a:xfrm>
            <a:off x="356259" y="2417266"/>
            <a:ext cx="5498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개의 이력서가 등록되어 있습니다</a:t>
            </a:r>
            <a:r>
              <a:rPr lang="en-US" altLang="ko-KR" sz="1100" dirty="0"/>
              <a:t>.</a:t>
            </a:r>
            <a:endParaRPr lang="ko-KR" altLang="en-US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7A6238B-DDF9-4D4B-87B8-CA864C5D1CC3}"/>
              </a:ext>
            </a:extLst>
          </p:cNvPr>
          <p:cNvGrpSpPr/>
          <p:nvPr/>
        </p:nvGrpSpPr>
        <p:grpSpPr>
          <a:xfrm>
            <a:off x="288291" y="2849881"/>
            <a:ext cx="2595879" cy="3188969"/>
            <a:chOff x="426720" y="3027680"/>
            <a:chExt cx="2791493" cy="343249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0ABE067-02AB-4354-B7C6-01584592B0DB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50365D-A037-4320-8A2D-ED7FA4CA63C4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2E9C36-F2BB-480C-AC53-8DD736D030C5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3B2FD7E-FDB1-4254-AC3E-95CEDB099445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89C472-0872-4508-84A0-B01FB967262C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DF9B11-D998-40C1-BD67-481E45D85AD9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7A0FD9-D196-4118-BE94-9F5A03C687B5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9DA52AA-9581-45FB-8271-8EB710B7DFD6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905CD8C7-D68D-4F7C-831C-A48208652275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51A1040-FF3F-48DC-9644-4100C8B117F0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4BA0A49-5893-4386-9B74-F0AC79CBB955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E4675D9-A416-4189-8802-CD64D2A0AE85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401D60-30FE-4B35-88AD-93FA24843E36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64931A-26E1-4E06-83D4-2143A442758D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477A2F-F00C-4A2E-8DA0-4A7E4B0B99D5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E5B1ED50-A7DB-4E9A-93B4-575997EA33A6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19D6641-BE6D-4042-A998-8BA613FA55EA}"/>
                </a:ext>
              </a:extLst>
            </p:cNvPr>
            <p:cNvSpPr/>
            <p:nvPr/>
          </p:nvSpPr>
          <p:spPr>
            <a:xfrm>
              <a:off x="426720" y="3027680"/>
              <a:ext cx="378189" cy="36139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CA9D42EB-B3A2-4A37-B745-52ACB9889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594CF816-D891-4D3C-97D1-A98E3868DC60}"/>
              </a:ext>
            </a:extLst>
          </p:cNvPr>
          <p:cNvGrpSpPr/>
          <p:nvPr/>
        </p:nvGrpSpPr>
        <p:grpSpPr>
          <a:xfrm>
            <a:off x="3084167" y="2920646"/>
            <a:ext cx="2517841" cy="3113952"/>
            <a:chOff x="510639" y="3108426"/>
            <a:chExt cx="2707574" cy="3351751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A825A5A7-8553-4089-86CD-F99F1C32BFF1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DEDCC569-A10A-41AC-87E7-0270C3AB7392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A077DCA-FBCD-4FED-9301-196313FCFE2E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DA22A62-6890-40BE-96DF-96BAF29D0F1F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93227C96-D98C-4A47-8370-C5E36000DA60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C1C5E68-31F0-40C0-BE93-CBDF74197CBD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639066D-8591-4B2C-9DA9-1A419D2366EB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263130A3-3589-4DEE-8859-5AB7D2FED380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B21074CD-B201-416D-9082-E9E5AF297920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2894B471-A39D-4356-A88B-1CB69E1FA769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192" name="사각형: 둥근 모서리 191">
              <a:extLst>
                <a:ext uri="{FF2B5EF4-FFF2-40B4-BE49-F238E27FC236}">
                  <a16:creationId xmlns:a16="http://schemas.microsoft.com/office/drawing/2014/main" id="{42A858C5-3AD8-4041-891A-D884FBD0251F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68C43D08-76D7-4E69-A42A-58A244542998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B8BC67E-F6B1-45A0-9FDC-83F2AF61BBD2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66F474D-120C-4E88-941C-09373E87CF7C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F99F05C-D733-49AB-A7D8-C994F9D21110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11248AF7-1189-491F-B371-DEEA887B3734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pic>
          <p:nvPicPr>
            <p:cNvPr id="199" name="그림 198">
              <a:extLst>
                <a:ext uri="{FF2B5EF4-FFF2-40B4-BE49-F238E27FC236}">
                  <a16:creationId xmlns:a16="http://schemas.microsoft.com/office/drawing/2014/main" id="{D073265A-FF20-419E-AD75-947055629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32AB6970-C535-4A7A-A634-1C2E476476E4}"/>
              </a:ext>
            </a:extLst>
          </p:cNvPr>
          <p:cNvGrpSpPr/>
          <p:nvPr/>
        </p:nvGrpSpPr>
        <p:grpSpPr>
          <a:xfrm>
            <a:off x="5776698" y="2930961"/>
            <a:ext cx="2517841" cy="3113952"/>
            <a:chOff x="510639" y="3108426"/>
            <a:chExt cx="2707574" cy="3351751"/>
          </a:xfrm>
        </p:grpSpPr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008D1A20-F20A-4A2C-80D1-DA02859AE6C7}"/>
                </a:ext>
              </a:extLst>
            </p:cNvPr>
            <p:cNvSpPr/>
            <p:nvPr/>
          </p:nvSpPr>
          <p:spPr>
            <a:xfrm>
              <a:off x="510639" y="3108426"/>
              <a:ext cx="2707574" cy="335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B573E82-0EB8-4074-B0F6-1AAE9BD98090}"/>
                </a:ext>
              </a:extLst>
            </p:cNvPr>
            <p:cNvSpPr txBox="1"/>
            <p:nvPr/>
          </p:nvSpPr>
          <p:spPr>
            <a:xfrm>
              <a:off x="1006434" y="3248613"/>
              <a:ext cx="1632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이력서 </a:t>
              </a:r>
              <a:r>
                <a:rPr lang="en-US" altLang="ko-KR" dirty="0">
                  <a:solidFill>
                    <a:schemeClr val="bg1"/>
                  </a:solidFill>
                </a:rPr>
                <a:t>1.pdf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5AB0071-226A-4AFA-B2B4-9B5619968675}"/>
                </a:ext>
              </a:extLst>
            </p:cNvPr>
            <p:cNvSpPr txBox="1"/>
            <p:nvPr/>
          </p:nvSpPr>
          <p:spPr>
            <a:xfrm>
              <a:off x="1006433" y="356262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2.5MB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613F593-E039-4F60-BC95-3D2678D7388F}"/>
                </a:ext>
              </a:extLst>
            </p:cNvPr>
            <p:cNvSpPr txBox="1"/>
            <p:nvPr/>
          </p:nvSpPr>
          <p:spPr>
            <a:xfrm>
              <a:off x="587830" y="3873490"/>
              <a:ext cx="684258" cy="281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포지션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D10B74F-25F2-404A-A693-3B6C79130FFA}"/>
                </a:ext>
              </a:extLst>
            </p:cNvPr>
            <p:cNvSpPr txBox="1"/>
            <p:nvPr/>
          </p:nvSpPr>
          <p:spPr>
            <a:xfrm>
              <a:off x="590799" y="4210587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경력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AF89F90-9FAB-46FC-8BAD-130A7C8C1A27}"/>
                </a:ext>
              </a:extLst>
            </p:cNvPr>
            <p:cNvSpPr txBox="1"/>
            <p:nvPr/>
          </p:nvSpPr>
          <p:spPr>
            <a:xfrm>
              <a:off x="581893" y="4530413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기술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E20ED7F1-BD75-471C-8E1D-4890FA1F8911}"/>
                </a:ext>
              </a:extLst>
            </p:cNvPr>
            <p:cNvSpPr txBox="1"/>
            <p:nvPr/>
          </p:nvSpPr>
          <p:spPr>
            <a:xfrm>
              <a:off x="2112065" y="3873490"/>
              <a:ext cx="908228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AI </a:t>
              </a:r>
              <a:r>
                <a:rPr lang="ko-KR" altLang="en-US" sz="1100" dirty="0">
                  <a:solidFill>
                    <a:schemeClr val="bg1"/>
                  </a:solidFill>
                </a:rPr>
                <a:t>개발자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EA71E6DA-82B8-4347-931B-420E2902B056}"/>
                </a:ext>
              </a:extLst>
            </p:cNvPr>
            <p:cNvSpPr txBox="1"/>
            <p:nvPr/>
          </p:nvSpPr>
          <p:spPr>
            <a:xfrm>
              <a:off x="2086264" y="4187049"/>
              <a:ext cx="934026" cy="27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0</a:t>
              </a:r>
              <a:r>
                <a:rPr lang="ko-KR" altLang="en-US" sz="1100" dirty="0">
                  <a:solidFill>
                    <a:schemeClr val="bg1"/>
                  </a:solidFill>
                </a:rPr>
                <a:t>년 </a:t>
              </a:r>
              <a:r>
                <a:rPr lang="en-US" altLang="ko-KR" sz="1100" dirty="0">
                  <a:solidFill>
                    <a:schemeClr val="bg1"/>
                  </a:solidFill>
                </a:rPr>
                <a:t>(</a:t>
              </a:r>
              <a:r>
                <a:rPr lang="ko-KR" altLang="en-US" sz="1100" dirty="0">
                  <a:solidFill>
                    <a:schemeClr val="bg1"/>
                  </a:solidFill>
                </a:rPr>
                <a:t>신입</a:t>
              </a:r>
              <a:r>
                <a:rPr lang="en-US" altLang="ko-KR" sz="1100" dirty="0">
                  <a:solidFill>
                    <a:schemeClr val="bg1"/>
                  </a:solidFill>
                </a:rPr>
                <a:t>)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09" name="사각형: 둥근 모서리 208">
              <a:extLst>
                <a:ext uri="{FF2B5EF4-FFF2-40B4-BE49-F238E27FC236}">
                  <a16:creationId xmlns:a16="http://schemas.microsoft.com/office/drawing/2014/main" id="{07B97449-746C-4633-8366-B02A3AA4A64E}"/>
                </a:ext>
              </a:extLst>
            </p:cNvPr>
            <p:cNvSpPr/>
            <p:nvPr/>
          </p:nvSpPr>
          <p:spPr>
            <a:xfrm>
              <a:off x="584226" y="4880759"/>
              <a:ext cx="554541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Mysql</a:t>
              </a:r>
              <a:endParaRPr lang="ko-KR" altLang="en-US" sz="800" dirty="0"/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C0AC54E1-95D6-4B85-8EAD-08A7F284657F}"/>
                </a:ext>
              </a:extLst>
            </p:cNvPr>
            <p:cNvSpPr/>
            <p:nvPr/>
          </p:nvSpPr>
          <p:spPr>
            <a:xfrm>
              <a:off x="1213398" y="4874573"/>
              <a:ext cx="613285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Python</a:t>
              </a:r>
              <a:endParaRPr lang="ko-KR" altLang="en-US" sz="800" dirty="0"/>
            </a:p>
          </p:txBody>
        </p:sp>
        <p:sp>
          <p:nvSpPr>
            <p:cNvPr id="211" name="사각형: 둥근 모서리 210">
              <a:extLst>
                <a:ext uri="{FF2B5EF4-FFF2-40B4-BE49-F238E27FC236}">
                  <a16:creationId xmlns:a16="http://schemas.microsoft.com/office/drawing/2014/main" id="{F1F96161-E353-469A-ACA7-8D9FFDD5DB95}"/>
                </a:ext>
              </a:extLst>
            </p:cNvPr>
            <p:cNvSpPr/>
            <p:nvPr/>
          </p:nvSpPr>
          <p:spPr>
            <a:xfrm>
              <a:off x="1901314" y="4874573"/>
              <a:ext cx="737977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err="1"/>
                <a:t>streamlit</a:t>
              </a:r>
              <a:endParaRPr lang="ko-KR" altLang="en-US" sz="800" dirty="0"/>
            </a:p>
          </p:txBody>
        </p:sp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98B828A0-1643-415B-891C-C9A3D7343570}"/>
                </a:ext>
              </a:extLst>
            </p:cNvPr>
            <p:cNvSpPr/>
            <p:nvPr/>
          </p:nvSpPr>
          <p:spPr>
            <a:xfrm>
              <a:off x="2682363" y="4874573"/>
              <a:ext cx="416436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+2</a:t>
              </a:r>
              <a:endParaRPr lang="ko-KR" altLang="en-US" sz="1000" dirty="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1246E1B1-E227-47D8-BC25-4948868DAEF0}"/>
                </a:ext>
              </a:extLst>
            </p:cNvPr>
            <p:cNvSpPr txBox="1"/>
            <p:nvPr/>
          </p:nvSpPr>
          <p:spPr>
            <a:xfrm>
              <a:off x="546868" y="5192808"/>
              <a:ext cx="17516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연습 횟수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1EFAB037-E56E-4D01-882D-86486A8C99FE}"/>
                </a:ext>
              </a:extLst>
            </p:cNvPr>
            <p:cNvSpPr txBox="1"/>
            <p:nvPr/>
          </p:nvSpPr>
          <p:spPr>
            <a:xfrm>
              <a:off x="546868" y="5557087"/>
              <a:ext cx="17516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마지막 사용 </a:t>
              </a:r>
              <a:r>
                <a:rPr lang="en-US" altLang="ko-KR" sz="800" dirty="0">
                  <a:solidFill>
                    <a:schemeClr val="bg1"/>
                  </a:solidFill>
                </a:rPr>
                <a:t>: 2026-02-19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48CF0B4-7EDE-4956-A165-51818C4E2866}"/>
                </a:ext>
              </a:extLst>
            </p:cNvPr>
            <p:cNvSpPr txBox="1"/>
            <p:nvPr/>
          </p:nvSpPr>
          <p:spPr>
            <a:xfrm>
              <a:off x="2620736" y="5164612"/>
              <a:ext cx="4780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</a:rPr>
                <a:t>5</a:t>
              </a:r>
              <a:r>
                <a:rPr lang="ko-KR" altLang="en-US" sz="1100" dirty="0">
                  <a:solidFill>
                    <a:schemeClr val="bg1"/>
                  </a:solidFill>
                </a:rPr>
                <a:t>회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:a16="http://schemas.microsoft.com/office/drawing/2014/main" id="{CECFF105-2FCC-48DC-A4B4-2E62C695930C}"/>
                </a:ext>
              </a:extLst>
            </p:cNvPr>
            <p:cNvSpPr/>
            <p:nvPr/>
          </p:nvSpPr>
          <p:spPr>
            <a:xfrm>
              <a:off x="804909" y="5957180"/>
              <a:ext cx="2187529" cy="159174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상세 보기 </a:t>
              </a:r>
              <a:r>
                <a:rPr lang="en-US" altLang="ko-KR" sz="1000" dirty="0"/>
                <a:t>&gt;</a:t>
              </a:r>
              <a:endParaRPr lang="ko-KR" altLang="en-US" sz="1000" dirty="0"/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638A6EFF-2D81-4DD0-A2A5-DED55A219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2364" y="3283227"/>
              <a:ext cx="279400" cy="279400"/>
            </a:xfrm>
            <a:prstGeom prst="rect">
              <a:avLst/>
            </a:prstGeom>
          </p:spPr>
        </p:pic>
      </p:grpSp>
      <p:sp>
        <p:nvSpPr>
          <p:cNvPr id="44" name="1/2 액자 43">
            <a:extLst>
              <a:ext uri="{FF2B5EF4-FFF2-40B4-BE49-F238E27FC236}">
                <a16:creationId xmlns:a16="http://schemas.microsoft.com/office/drawing/2014/main" id="{C03F5554-7C68-432C-9BD5-68B99A901103}"/>
              </a:ext>
            </a:extLst>
          </p:cNvPr>
          <p:cNvSpPr/>
          <p:nvPr/>
        </p:nvSpPr>
        <p:spPr>
          <a:xfrm rot="18962744">
            <a:off x="82200" y="4226337"/>
            <a:ext cx="351687" cy="335757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9" name="1/2 액자 218">
            <a:extLst>
              <a:ext uri="{FF2B5EF4-FFF2-40B4-BE49-F238E27FC236}">
                <a16:creationId xmlns:a16="http://schemas.microsoft.com/office/drawing/2014/main" id="{8CE8743B-5695-499E-8295-0F9BD8B74609}"/>
              </a:ext>
            </a:extLst>
          </p:cNvPr>
          <p:cNvSpPr/>
          <p:nvPr/>
        </p:nvSpPr>
        <p:spPr>
          <a:xfrm rot="7836241">
            <a:off x="8215345" y="4211320"/>
            <a:ext cx="351687" cy="335757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49535CC3-5F67-4F6A-A908-BC6CA0B84878}"/>
              </a:ext>
            </a:extLst>
          </p:cNvPr>
          <p:cNvSpPr/>
          <p:nvPr/>
        </p:nvSpPr>
        <p:spPr>
          <a:xfrm>
            <a:off x="-175844" y="3909504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4577F9C-649A-4F9A-A14A-843525033A28}"/>
              </a:ext>
            </a:extLst>
          </p:cNvPr>
          <p:cNvSpPr/>
          <p:nvPr/>
        </p:nvSpPr>
        <p:spPr>
          <a:xfrm>
            <a:off x="6360810" y="2190750"/>
            <a:ext cx="1788477" cy="4164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이력서 등록 </a:t>
            </a:r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483FEEA5-B1AD-4906-AC79-E16A8602FF66}"/>
              </a:ext>
            </a:extLst>
          </p:cNvPr>
          <p:cNvSpPr/>
          <p:nvPr/>
        </p:nvSpPr>
        <p:spPr>
          <a:xfrm>
            <a:off x="6133102" y="196104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93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88812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105484"/>
              </p:ext>
            </p:extLst>
          </p:nvPr>
        </p:nvGraphicFramePr>
        <p:xfrm>
          <a:off x="8627382" y="1174554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개요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파일 이름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날짜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시작하기 버튼을 클릭하면 분석 대기 페이지로 넘어간다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개요를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포지션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기술을 전부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이력서 관리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1003300" y="3219247"/>
            <a:ext cx="1473893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3987800" y="3171106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6324021" y="3176443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5B4D1-710C-43AA-8A31-B8FB6C0CB6B2}"/>
              </a:ext>
            </a:extLst>
          </p:cNvPr>
          <p:cNvSpPr txBox="1"/>
          <p:nvPr/>
        </p:nvSpPr>
        <p:spPr>
          <a:xfrm>
            <a:off x="1225550" y="4471629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포지션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28C9F-6043-41A6-B4A4-E9A10BC56394}"/>
              </a:ext>
            </a:extLst>
          </p:cNvPr>
          <p:cNvSpPr txBox="1"/>
          <p:nvPr/>
        </p:nvSpPr>
        <p:spPr>
          <a:xfrm>
            <a:off x="1225550" y="5117603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경력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3C4B6-307C-4F89-B1E4-0FE8141929C6}"/>
              </a:ext>
            </a:extLst>
          </p:cNvPr>
          <p:cNvSpPr txBox="1"/>
          <p:nvPr/>
        </p:nvSpPr>
        <p:spPr>
          <a:xfrm>
            <a:off x="1211819" y="5838260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16ECB-B433-4E37-A51D-519E88BC972B}"/>
              </a:ext>
            </a:extLst>
          </p:cNvPr>
          <p:cNvSpPr txBox="1"/>
          <p:nvPr/>
        </p:nvSpPr>
        <p:spPr>
          <a:xfrm>
            <a:off x="1211819" y="3861928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기본 정보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479530-5859-4289-BB9E-5643B08C3BAA}"/>
              </a:ext>
            </a:extLst>
          </p:cNvPr>
          <p:cNvSpPr txBox="1"/>
          <p:nvPr/>
        </p:nvSpPr>
        <p:spPr>
          <a:xfrm>
            <a:off x="6115050" y="4471629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개발자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3E4DA6-B439-4B2A-82A1-6153C51B6E3A}"/>
              </a:ext>
            </a:extLst>
          </p:cNvPr>
          <p:cNvSpPr txBox="1"/>
          <p:nvPr/>
        </p:nvSpPr>
        <p:spPr>
          <a:xfrm>
            <a:off x="6635750" y="5114411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신입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D7619EC-488A-4050-883C-103CA747B7B9}"/>
              </a:ext>
            </a:extLst>
          </p:cNvPr>
          <p:cNvSpPr/>
          <p:nvPr/>
        </p:nvSpPr>
        <p:spPr>
          <a:xfrm>
            <a:off x="2075254" y="5876224"/>
            <a:ext cx="724742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Mysql</a:t>
            </a:r>
            <a:endParaRPr lang="ko-KR" altLang="en-US" sz="12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B7CEE98-2CE4-4946-A0E1-9D3F727E36A3}"/>
              </a:ext>
            </a:extLst>
          </p:cNvPr>
          <p:cNvSpPr/>
          <p:nvPr/>
        </p:nvSpPr>
        <p:spPr>
          <a:xfrm>
            <a:off x="3088512" y="5876224"/>
            <a:ext cx="724742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Python</a:t>
            </a:r>
            <a:endParaRPr lang="ko-KR" altLang="en-US" sz="12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728143B-6D20-4BCF-AF12-54CADE283D31}"/>
              </a:ext>
            </a:extLst>
          </p:cNvPr>
          <p:cNvSpPr/>
          <p:nvPr/>
        </p:nvSpPr>
        <p:spPr>
          <a:xfrm>
            <a:off x="4142448" y="5876224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Streamlit</a:t>
            </a:r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123211C-8C86-4DE4-8196-0BEE038F2325}"/>
              </a:ext>
            </a:extLst>
          </p:cNvPr>
          <p:cNvSpPr/>
          <p:nvPr/>
        </p:nvSpPr>
        <p:spPr>
          <a:xfrm>
            <a:off x="5215412" y="5857242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Java</a:t>
            </a:r>
            <a:endParaRPr lang="ko-KR" altLang="en-US" sz="12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66E270D-B6B7-4E56-8CCC-A0577B364CCA}"/>
              </a:ext>
            </a:extLst>
          </p:cNvPr>
          <p:cNvSpPr/>
          <p:nvPr/>
        </p:nvSpPr>
        <p:spPr>
          <a:xfrm>
            <a:off x="6288376" y="5876224"/>
            <a:ext cx="741860" cy="29881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docker</a:t>
            </a:r>
            <a:endParaRPr lang="ko-KR" altLang="en-US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777424" y="2941482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6B95BA-71F1-445F-A62F-1655A7E77F42}"/>
              </a:ext>
            </a:extLst>
          </p:cNvPr>
          <p:cNvSpPr/>
          <p:nvPr/>
        </p:nvSpPr>
        <p:spPr>
          <a:xfrm>
            <a:off x="645933" y="1981115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FD2CD3B-3FDB-4D5B-A387-9443319F64D8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D60C1D-FF4E-4C50-950C-8BA4536495AB}"/>
              </a:ext>
            </a:extLst>
          </p:cNvPr>
          <p:cNvSpPr/>
          <p:nvPr/>
        </p:nvSpPr>
        <p:spPr>
          <a:xfrm>
            <a:off x="5605974" y="2110650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2E5280F-A1F7-4CD4-A958-262553EAA5AC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06F0EEE-003F-4D5F-A66B-1053172BE9B0}"/>
              </a:ext>
            </a:extLst>
          </p:cNvPr>
          <p:cNvSpPr/>
          <p:nvPr/>
        </p:nvSpPr>
        <p:spPr>
          <a:xfrm>
            <a:off x="5953461" y="6234471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5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67442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684252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내용을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학력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자격증을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787400" y="3202244"/>
            <a:ext cx="6489700" cy="405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3377004" y="3318701"/>
            <a:ext cx="1473893" cy="22393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1427719" y="3264924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개요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6209721" y="3270261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787400" y="4972050"/>
            <a:ext cx="6489700" cy="1708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663124" y="3035300"/>
            <a:ext cx="323178" cy="3028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787400" y="3845323"/>
            <a:ext cx="6489700" cy="820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709387" y="3733604"/>
            <a:ext cx="323178" cy="3028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205304" y="3907706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학력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1141969" y="5114717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경력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ECC160-A807-4C29-94EF-56EC26849CDF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9CA47-42C8-4604-B7F9-232E8B75F9CB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D12490-FE57-47EB-882B-4C90F6F7BF63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A6321AC-D48F-4A69-8ABB-93E49768AC07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</p:spTree>
    <p:extLst>
      <p:ext uri="{BB962C8B-B14F-4D97-AF65-F5344CB8AC3E}">
        <p14:creationId xmlns:p14="http://schemas.microsoft.com/office/powerpoint/2010/main" val="260637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10958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내용을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학력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경력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자격증을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596900" y="4235450"/>
            <a:ext cx="7213600" cy="208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596900" y="3108723"/>
            <a:ext cx="7213600" cy="1000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518886" y="2997004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014804" y="317110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프로젝트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951469" y="4378117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자격증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9AC70A1-6BF4-461D-B25F-D82A12906F8F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</p:spTree>
    <p:extLst>
      <p:ext uri="{BB962C8B-B14F-4D97-AF65-F5344CB8AC3E}">
        <p14:creationId xmlns:p14="http://schemas.microsoft.com/office/powerpoint/2010/main" val="77906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3418"/>
              </p:ext>
            </p:extLst>
          </p:nvPr>
        </p:nvGraphicFramePr>
        <p:xfrm>
          <a:off x="8627382" y="1174554"/>
          <a:ext cx="3588327" cy="63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상세 페이지의 헤더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분석별로 탭을 나눈다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클릭 파트를 강조한다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분석을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나오는 파트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 변화 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연습 기록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회까지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날짜와 점수를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도출한 약점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759780" y="3081810"/>
            <a:ext cx="6711950" cy="428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5735087" y="3199380"/>
            <a:ext cx="1524369" cy="23642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FB12-D007-471C-8197-A4CE8E030E29}"/>
              </a:ext>
            </a:extLst>
          </p:cNvPr>
          <p:cNvSpPr txBox="1"/>
          <p:nvPr/>
        </p:nvSpPr>
        <p:spPr>
          <a:xfrm>
            <a:off x="1400099" y="3144490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개요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AC74D-D25A-4547-B024-F67081B5C4F1}"/>
              </a:ext>
            </a:extLst>
          </p:cNvPr>
          <p:cNvSpPr txBox="1"/>
          <p:nvPr/>
        </p:nvSpPr>
        <p:spPr>
          <a:xfrm>
            <a:off x="3977168" y="3143715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내용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759780" y="4851616"/>
            <a:ext cx="6711950" cy="180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635504" y="2914866"/>
            <a:ext cx="334246" cy="3197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781EED7-7921-49FC-B7C1-6033FA7F1B5E}"/>
              </a:ext>
            </a:extLst>
          </p:cNvPr>
          <p:cNvSpPr/>
          <p:nvPr/>
        </p:nvSpPr>
        <p:spPr>
          <a:xfrm>
            <a:off x="759780" y="3724889"/>
            <a:ext cx="6711950" cy="8660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681767" y="3613170"/>
            <a:ext cx="334246" cy="31978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DF2BD-5787-44E6-B175-1542B3157B49}"/>
              </a:ext>
            </a:extLst>
          </p:cNvPr>
          <p:cNvSpPr txBox="1"/>
          <p:nvPr/>
        </p:nvSpPr>
        <p:spPr>
          <a:xfrm>
            <a:off x="1177684" y="3787272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연습 기록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1114349" y="4994283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7C10A8-35A4-402C-A7C7-3A6290EA71C4}"/>
              </a:ext>
            </a:extLst>
          </p:cNvPr>
          <p:cNvSpPr txBox="1"/>
          <p:nvPr/>
        </p:nvSpPr>
        <p:spPr>
          <a:xfrm>
            <a:off x="1177684" y="4225008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2026-02-06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EA168-4FBD-4546-AC25-B9FFAC2AE362}"/>
              </a:ext>
            </a:extLst>
          </p:cNvPr>
          <p:cNvSpPr txBox="1"/>
          <p:nvPr/>
        </p:nvSpPr>
        <p:spPr>
          <a:xfrm>
            <a:off x="6249118" y="4167285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평균 </a:t>
            </a:r>
            <a:r>
              <a:rPr lang="en-US" altLang="ko-KR" dirty="0">
                <a:solidFill>
                  <a:schemeClr val="bg1"/>
                </a:solidFill>
              </a:rPr>
              <a:t>75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67202-2912-44C5-8444-AB75AAE6174F}"/>
              </a:ext>
            </a:extLst>
          </p:cNvPr>
          <p:cNvSpPr txBox="1"/>
          <p:nvPr/>
        </p:nvSpPr>
        <p:spPr>
          <a:xfrm>
            <a:off x="1114349" y="547923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FD8F2-71F6-4ACF-994C-B65108AA27F1}"/>
              </a:ext>
            </a:extLst>
          </p:cNvPr>
          <p:cNvSpPr txBox="1"/>
          <p:nvPr/>
        </p:nvSpPr>
        <p:spPr>
          <a:xfrm>
            <a:off x="1114349" y="589699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F26EED-E0FB-4FE8-B7B6-D6393F214333}"/>
              </a:ext>
            </a:extLst>
          </p:cNvPr>
          <p:cNvSpPr txBox="1"/>
          <p:nvPr/>
        </p:nvSpPr>
        <p:spPr>
          <a:xfrm>
            <a:off x="1114349" y="6314754"/>
            <a:ext cx="202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약점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E483BD-21AC-40AA-8166-FEEF83EF7B29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08F13-2F8E-4A98-89A7-AC80DA50164E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5EDC47-8B1C-4FBE-B265-3F492FEB9110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C8EF365-6FAA-4E88-9062-5D0A363593C8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</p:spTree>
    <p:extLst>
      <p:ext uri="{BB962C8B-B14F-4D97-AF65-F5344CB8AC3E}">
        <p14:creationId xmlns:p14="http://schemas.microsoft.com/office/powerpoint/2010/main" val="283943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51460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이력서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)[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 변화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 변화를 그래프 형태로 보여준다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596900" y="3077906"/>
            <a:ext cx="7213600" cy="3240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518886" y="2997004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EC17A0BF-52F3-48B1-B241-E49F8EA2C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914674"/>
              </p:ext>
            </p:extLst>
          </p:nvPr>
        </p:nvGraphicFramePr>
        <p:xfrm>
          <a:off x="1778000" y="3797299"/>
          <a:ext cx="4241800" cy="2296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1E1E59B-E035-422C-A963-D49D1B3C484B}"/>
              </a:ext>
            </a:extLst>
          </p:cNvPr>
          <p:cNvSpPr txBox="1"/>
          <p:nvPr/>
        </p:nvSpPr>
        <p:spPr>
          <a:xfrm>
            <a:off x="63137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18716-2668-4608-A7B6-BF848F52AB02}"/>
              </a:ext>
            </a:extLst>
          </p:cNvPr>
          <p:cNvSpPr txBox="1"/>
          <p:nvPr/>
        </p:nvSpPr>
        <p:spPr>
          <a:xfrm>
            <a:off x="67413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CA70E-4AC6-4E69-9AC8-26542BDE4FEB}"/>
              </a:ext>
            </a:extLst>
          </p:cNvPr>
          <p:cNvSpPr txBox="1"/>
          <p:nvPr/>
        </p:nvSpPr>
        <p:spPr>
          <a:xfrm>
            <a:off x="214927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4EFFB9C-98F6-4A31-A69C-EA21EB331C73}"/>
              </a:ext>
            </a:extLst>
          </p:cNvPr>
          <p:cNvSpPr/>
          <p:nvPr/>
        </p:nvSpPr>
        <p:spPr>
          <a:xfrm>
            <a:off x="5740400" y="2314167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연습 시작하기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35FAE4E-C57C-4BB2-A9B0-FC43A896E65A}"/>
              </a:ext>
            </a:extLst>
          </p:cNvPr>
          <p:cNvSpPr/>
          <p:nvPr/>
        </p:nvSpPr>
        <p:spPr>
          <a:xfrm>
            <a:off x="6115050" y="6488435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이력서 목록으로</a:t>
            </a:r>
          </a:p>
        </p:txBody>
      </p:sp>
    </p:spTree>
    <p:extLst>
      <p:ext uri="{BB962C8B-B14F-4D97-AF65-F5344CB8AC3E}">
        <p14:creationId xmlns:p14="http://schemas.microsoft.com/office/powerpoint/2010/main" val="3275704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4581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161523"/>
              </p:ext>
            </p:extLst>
          </p:nvPr>
        </p:nvGraphicFramePr>
        <p:xfrm>
          <a:off x="8627382" y="1174554"/>
          <a:ext cx="3588327" cy="6129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예상 질문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은행에서 예상문제를 랜덤으로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가져와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질문 영역을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질문 상세 페이지로 이동한다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제출시 제출 완료를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누르면 답변 분석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43B4372-C96D-43C1-830C-F45BD710254A}"/>
              </a:ext>
            </a:extLst>
          </p:cNvPr>
          <p:cNvSpPr/>
          <p:nvPr/>
        </p:nvSpPr>
        <p:spPr>
          <a:xfrm>
            <a:off x="759780" y="2828620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질문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86ACA-7D2A-495A-B495-BE768EB251BD}"/>
              </a:ext>
            </a:extLst>
          </p:cNvPr>
          <p:cNvSpPr txBox="1"/>
          <p:nvPr/>
        </p:nvSpPr>
        <p:spPr>
          <a:xfrm>
            <a:off x="759780" y="2417389"/>
            <a:ext cx="7524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0" i="0" dirty="0">
                <a:effectLst/>
                <a:latin typeface="ui-sans-serif"/>
              </a:rPr>
              <a:t>AI</a:t>
            </a:r>
            <a:r>
              <a:rPr lang="ko-KR" altLang="en-US" sz="1100" b="0" i="0" dirty="0">
                <a:effectLst/>
                <a:latin typeface="ui-sans-serif"/>
              </a:rPr>
              <a:t>가 이력서를 분석하여 생성한 예상 질문입니다</a:t>
            </a:r>
            <a:r>
              <a:rPr lang="en-US" altLang="ko-KR" sz="1100" b="0" i="0" dirty="0">
                <a:effectLst/>
                <a:latin typeface="ui-sans-serif"/>
              </a:rPr>
              <a:t>. </a:t>
            </a:r>
            <a:r>
              <a:rPr lang="ko-KR" altLang="en-US" sz="1100" b="0" i="0" dirty="0">
                <a:effectLst/>
                <a:latin typeface="ui-sans-serif"/>
              </a:rPr>
              <a:t>각 질문을 클릭하여 답변을 녹음하세요</a:t>
            </a:r>
            <a:r>
              <a:rPr lang="en-US" altLang="ko-KR" sz="1100" b="0" i="0" dirty="0">
                <a:effectLst/>
                <a:latin typeface="ui-sans-serif"/>
              </a:rPr>
              <a:t>.</a:t>
            </a:r>
            <a:endParaRPr lang="ko-KR" altLang="en-US" sz="11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B539D28-FE3D-425C-86F6-7B7AC4DB5CAA}"/>
              </a:ext>
            </a:extLst>
          </p:cNvPr>
          <p:cNvSpPr/>
          <p:nvPr/>
        </p:nvSpPr>
        <p:spPr>
          <a:xfrm>
            <a:off x="759780" y="3557682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질문 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778E954-49B4-4169-8EE7-0A6EEB516B3B}"/>
              </a:ext>
            </a:extLst>
          </p:cNvPr>
          <p:cNvSpPr/>
          <p:nvPr/>
        </p:nvSpPr>
        <p:spPr>
          <a:xfrm>
            <a:off x="759780" y="424413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질문 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A3EC5C2-99FB-476F-9EBD-6780EBDD6C3B}"/>
              </a:ext>
            </a:extLst>
          </p:cNvPr>
          <p:cNvSpPr/>
          <p:nvPr/>
        </p:nvSpPr>
        <p:spPr>
          <a:xfrm>
            <a:off x="759780" y="4940114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질문 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B8D86C-586C-4648-9DB4-531A065C9730}"/>
              </a:ext>
            </a:extLst>
          </p:cNvPr>
          <p:cNvSpPr/>
          <p:nvPr/>
        </p:nvSpPr>
        <p:spPr>
          <a:xfrm>
            <a:off x="759780" y="561068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질문 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534341" y="2576883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B978F76-C4F6-4473-BF87-D9098DA90EF1}"/>
              </a:ext>
            </a:extLst>
          </p:cNvPr>
          <p:cNvSpPr/>
          <p:nvPr/>
        </p:nvSpPr>
        <p:spPr>
          <a:xfrm>
            <a:off x="5441950" y="6305594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제출하기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60C102-F2F4-4EED-9855-923F741187D6}"/>
              </a:ext>
            </a:extLst>
          </p:cNvPr>
          <p:cNvSpPr/>
          <p:nvPr/>
        </p:nvSpPr>
        <p:spPr>
          <a:xfrm>
            <a:off x="5238625" y="6076765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060A0-F6B9-4716-86D1-AFF12C7212FB}"/>
              </a:ext>
            </a:extLst>
          </p:cNvPr>
          <p:cNvSpPr txBox="1"/>
          <p:nvPr/>
        </p:nvSpPr>
        <p:spPr>
          <a:xfrm>
            <a:off x="5921702" y="3629531"/>
            <a:ext cx="138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제출 완료</a:t>
            </a:r>
          </a:p>
        </p:txBody>
      </p:sp>
    </p:spTree>
    <p:extLst>
      <p:ext uri="{BB962C8B-B14F-4D97-AF65-F5344CB8AC3E}">
        <p14:creationId xmlns:p14="http://schemas.microsoft.com/office/powerpoint/2010/main" val="98824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30733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697040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녹음 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녹음하기 버튼을 클릭하면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마이크 권한 확인 후 녹음을 시작한다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녹음하기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948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295132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질문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녹음 중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녹음 완료 버튼을 누르면 녹음을 종료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저장 후 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예상 질문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녹음 완료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18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3876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분석중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분석중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906553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 중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답변들을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분석 시키는 과정에서 나오는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답변을 분석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817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1068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20534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점수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파일 이름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날짜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답변 분석 페이지의 헤더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점수와 분석 탭으로 나눈다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입력한 점수를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에서 가져와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약점 보강하기 버튼을 누르면 보강질문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생성중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1003300" y="3219247"/>
            <a:ext cx="3156529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5B4D1-710C-43AA-8A31-B8FB6C0CB6B2}"/>
              </a:ext>
            </a:extLst>
          </p:cNvPr>
          <p:cNvSpPr txBox="1"/>
          <p:nvPr/>
        </p:nvSpPr>
        <p:spPr>
          <a:xfrm>
            <a:off x="1211818" y="4279487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질문이 요구하는 요소 적합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28C9F-6043-41A6-B4A4-E9A10BC56394}"/>
              </a:ext>
            </a:extLst>
          </p:cNvPr>
          <p:cNvSpPr txBox="1"/>
          <p:nvPr/>
        </p:nvSpPr>
        <p:spPr>
          <a:xfrm>
            <a:off x="1211819" y="4747443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구체성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3C4B6-307C-4F89-B1E4-0FE8141929C6}"/>
              </a:ext>
            </a:extLst>
          </p:cNvPr>
          <p:cNvSpPr txBox="1"/>
          <p:nvPr/>
        </p:nvSpPr>
        <p:spPr>
          <a:xfrm>
            <a:off x="1203247" y="5199325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근거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16ECB-B433-4E37-A51D-519E88BC972B}"/>
              </a:ext>
            </a:extLst>
          </p:cNvPr>
          <p:cNvSpPr txBox="1"/>
          <p:nvPr/>
        </p:nvSpPr>
        <p:spPr>
          <a:xfrm>
            <a:off x="1211818" y="3861928"/>
            <a:ext cx="245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답변 맥락 적합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777424" y="2941482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6B95BA-71F1-445F-A62F-1655A7E77F42}"/>
              </a:ext>
            </a:extLst>
          </p:cNvPr>
          <p:cNvSpPr/>
          <p:nvPr/>
        </p:nvSpPr>
        <p:spPr>
          <a:xfrm>
            <a:off x="645933" y="1981115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7198C1-17B7-44BC-9F45-97CBE8B92B19}"/>
              </a:ext>
            </a:extLst>
          </p:cNvPr>
          <p:cNvSpPr txBox="1"/>
          <p:nvPr/>
        </p:nvSpPr>
        <p:spPr>
          <a:xfrm>
            <a:off x="1201522" y="5715508"/>
            <a:ext cx="177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이력서 적합성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DD6BFC-C2ED-4003-A453-4B3F778CB4BA}"/>
              </a:ext>
            </a:extLst>
          </p:cNvPr>
          <p:cNvSpPr txBox="1"/>
          <p:nvPr/>
        </p:nvSpPr>
        <p:spPr>
          <a:xfrm>
            <a:off x="6280541" y="3861928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59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EAACBF-CEDF-49B3-90D8-7F172D5C5DF4}"/>
              </a:ext>
            </a:extLst>
          </p:cNvPr>
          <p:cNvSpPr txBox="1"/>
          <p:nvPr/>
        </p:nvSpPr>
        <p:spPr>
          <a:xfrm>
            <a:off x="6290458" y="4258906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65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0EAF85-9C2B-42F5-A3E5-ACC55D0E47DD}"/>
              </a:ext>
            </a:extLst>
          </p:cNvPr>
          <p:cNvSpPr txBox="1"/>
          <p:nvPr/>
        </p:nvSpPr>
        <p:spPr>
          <a:xfrm>
            <a:off x="6258708" y="4757734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80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B5F232-A08E-44C4-9B65-6AF8067A54B6}"/>
              </a:ext>
            </a:extLst>
          </p:cNvPr>
          <p:cNvSpPr txBox="1"/>
          <p:nvPr/>
        </p:nvSpPr>
        <p:spPr>
          <a:xfrm>
            <a:off x="6264792" y="5219460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87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121B78-E240-43DB-9C9B-C9956BD5BBB0}"/>
              </a:ext>
            </a:extLst>
          </p:cNvPr>
          <p:cNvSpPr txBox="1"/>
          <p:nvPr/>
        </p:nvSpPr>
        <p:spPr>
          <a:xfrm>
            <a:off x="6255659" y="5715508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90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4244-C93F-40F0-885A-B24F810A7991}"/>
              </a:ext>
            </a:extLst>
          </p:cNvPr>
          <p:cNvSpPr txBox="1"/>
          <p:nvPr/>
        </p:nvSpPr>
        <p:spPr>
          <a:xfrm>
            <a:off x="5372100" y="3140682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9B39910-DAAE-43E9-B1DA-CDD020EAC838}"/>
              </a:ext>
            </a:extLst>
          </p:cNvPr>
          <p:cNvSpPr/>
          <p:nvPr/>
        </p:nvSpPr>
        <p:spPr>
          <a:xfrm>
            <a:off x="5607050" y="2255713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약점 보강하기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9D279AD-0552-4B70-BFC0-07DE500BEC6F}"/>
              </a:ext>
            </a:extLst>
          </p:cNvPr>
          <p:cNvSpPr/>
          <p:nvPr/>
        </p:nvSpPr>
        <p:spPr>
          <a:xfrm>
            <a:off x="5445461" y="2027108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12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3899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이력서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095494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분석한 결과를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4146550" y="3212798"/>
            <a:ext cx="3156529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 결과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4244-C93F-40F0-885A-B24F810A7991}"/>
              </a:ext>
            </a:extLst>
          </p:cNvPr>
          <p:cNvSpPr txBox="1"/>
          <p:nvPr/>
        </p:nvSpPr>
        <p:spPr>
          <a:xfrm>
            <a:off x="2169074" y="3150771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CB8E7F2-274A-4B48-98CB-495FD496CE7B}"/>
              </a:ext>
            </a:extLst>
          </p:cNvPr>
          <p:cNvSpPr/>
          <p:nvPr/>
        </p:nvSpPr>
        <p:spPr>
          <a:xfrm>
            <a:off x="5607050" y="2255713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약점 보강하기</a:t>
            </a:r>
          </a:p>
        </p:txBody>
      </p:sp>
    </p:spTree>
    <p:extLst>
      <p:ext uri="{BB962C8B-B14F-4D97-AF65-F5344CB8AC3E}">
        <p14:creationId xmlns:p14="http://schemas.microsoft.com/office/powerpoint/2010/main" val="2313380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73233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4410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보강 질문 생성 중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도출된 분석결과와 약점을 바탕으로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보강질문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꼬리질문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생성하는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보강 질문을 생성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48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69786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89059"/>
              </p:ext>
            </p:extLst>
          </p:nvPr>
        </p:nvGraphicFramePr>
        <p:xfrm>
          <a:off x="8627382" y="1174554"/>
          <a:ext cx="3588327" cy="594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약점 보강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꼬리 질문에서 문제를 가져와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질문 영역을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약점 보강 상세 페이지로 이동한다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제출시 제출 완료를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제출하기 버튼을 누르면 답변 분석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43B4372-C96D-43C1-830C-F45BD710254A}"/>
              </a:ext>
            </a:extLst>
          </p:cNvPr>
          <p:cNvSpPr/>
          <p:nvPr/>
        </p:nvSpPr>
        <p:spPr>
          <a:xfrm>
            <a:off x="759780" y="2828620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약점 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약점 보강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86ACA-7D2A-495A-B495-BE768EB251BD}"/>
              </a:ext>
            </a:extLst>
          </p:cNvPr>
          <p:cNvSpPr txBox="1"/>
          <p:nvPr/>
        </p:nvSpPr>
        <p:spPr>
          <a:xfrm>
            <a:off x="759780" y="2417389"/>
            <a:ext cx="7524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0" i="0" dirty="0">
                <a:effectLst/>
                <a:latin typeface="ui-sans-serif"/>
              </a:rPr>
              <a:t>AI</a:t>
            </a:r>
            <a:r>
              <a:rPr lang="ko-KR" altLang="en-US" sz="1100" b="0" i="0" dirty="0">
                <a:effectLst/>
                <a:latin typeface="ui-sans-serif"/>
              </a:rPr>
              <a:t>가 약점을 분석하여 생성한 예상 질문입니다</a:t>
            </a:r>
            <a:r>
              <a:rPr lang="en-US" altLang="ko-KR" sz="1100" b="0" i="0" dirty="0">
                <a:effectLst/>
                <a:latin typeface="ui-sans-serif"/>
              </a:rPr>
              <a:t>. </a:t>
            </a:r>
            <a:r>
              <a:rPr lang="ko-KR" altLang="en-US" sz="1100" b="0" i="0" dirty="0">
                <a:effectLst/>
                <a:latin typeface="ui-sans-serif"/>
              </a:rPr>
              <a:t>각 질문을 클릭하여 답변을 녹음하세요</a:t>
            </a:r>
            <a:r>
              <a:rPr lang="en-US" altLang="ko-KR" sz="1100" b="0" i="0" dirty="0">
                <a:effectLst/>
                <a:latin typeface="ui-sans-serif"/>
              </a:rPr>
              <a:t>.</a:t>
            </a:r>
            <a:endParaRPr lang="ko-KR" altLang="en-US" sz="11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B539D28-FE3D-425C-86F6-7B7AC4DB5CAA}"/>
              </a:ext>
            </a:extLst>
          </p:cNvPr>
          <p:cNvSpPr/>
          <p:nvPr/>
        </p:nvSpPr>
        <p:spPr>
          <a:xfrm>
            <a:off x="759780" y="3557682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약점 질문 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778E954-49B4-4169-8EE7-0A6EEB516B3B}"/>
              </a:ext>
            </a:extLst>
          </p:cNvPr>
          <p:cNvSpPr/>
          <p:nvPr/>
        </p:nvSpPr>
        <p:spPr>
          <a:xfrm>
            <a:off x="759780" y="424413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약점 질문 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A3EC5C2-99FB-476F-9EBD-6780EBDD6C3B}"/>
              </a:ext>
            </a:extLst>
          </p:cNvPr>
          <p:cNvSpPr/>
          <p:nvPr/>
        </p:nvSpPr>
        <p:spPr>
          <a:xfrm>
            <a:off x="759780" y="4940114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4. </a:t>
            </a:r>
            <a:r>
              <a:rPr lang="ko-KR" altLang="en-US" dirty="0"/>
              <a:t>약점 질문 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B8D86C-586C-4648-9DB4-531A065C9730}"/>
              </a:ext>
            </a:extLst>
          </p:cNvPr>
          <p:cNvSpPr/>
          <p:nvPr/>
        </p:nvSpPr>
        <p:spPr>
          <a:xfrm>
            <a:off x="759780" y="5610689"/>
            <a:ext cx="6466520" cy="513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5. </a:t>
            </a:r>
            <a:r>
              <a:rPr lang="ko-KR" altLang="en-US" dirty="0"/>
              <a:t>약점 질문 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534341" y="2576883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B978F76-C4F6-4473-BF87-D9098DA90EF1}"/>
              </a:ext>
            </a:extLst>
          </p:cNvPr>
          <p:cNvSpPr/>
          <p:nvPr/>
        </p:nvSpPr>
        <p:spPr>
          <a:xfrm>
            <a:off x="5441950" y="6305594"/>
            <a:ext cx="1784350" cy="4258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제출하기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160C102-F2F4-4EED-9855-923F741187D6}"/>
              </a:ext>
            </a:extLst>
          </p:cNvPr>
          <p:cNvSpPr/>
          <p:nvPr/>
        </p:nvSpPr>
        <p:spPr>
          <a:xfrm>
            <a:off x="5238625" y="6076765"/>
            <a:ext cx="359227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060A0-F6B9-4716-86D1-AFF12C7212FB}"/>
              </a:ext>
            </a:extLst>
          </p:cNvPr>
          <p:cNvSpPr txBox="1"/>
          <p:nvPr/>
        </p:nvSpPr>
        <p:spPr>
          <a:xfrm>
            <a:off x="5921702" y="3629531"/>
            <a:ext cx="138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제출 완료</a:t>
            </a:r>
          </a:p>
        </p:txBody>
      </p:sp>
    </p:spTree>
    <p:extLst>
      <p:ext uri="{BB962C8B-B14F-4D97-AF65-F5344CB8AC3E}">
        <p14:creationId xmlns:p14="http://schemas.microsoft.com/office/powerpoint/2010/main" val="444337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9813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548360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 중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제출된 답변들을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분석 시키는 과정에서 나오는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A76A8-4800-48ED-8E56-958CEDC36DCA}"/>
              </a:ext>
            </a:extLst>
          </p:cNvPr>
          <p:cNvSpPr txBox="1"/>
          <p:nvPr/>
        </p:nvSpPr>
        <p:spPr>
          <a:xfrm>
            <a:off x="807522" y="330487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 변화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24E04C-0892-456B-AABC-6CEA038B284F}"/>
              </a:ext>
            </a:extLst>
          </p:cNvPr>
          <p:cNvSpPr/>
          <p:nvPr/>
        </p:nvSpPr>
        <p:spPr>
          <a:xfrm>
            <a:off x="1003300" y="2889250"/>
            <a:ext cx="5962650" cy="284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답변을 분석 중입니다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A7A195-9AC8-4647-83E2-FC7037EFC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45" y="4620352"/>
            <a:ext cx="3731005" cy="64575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35194C-DA6C-4140-9616-65D47B7FF2FA}"/>
              </a:ext>
            </a:extLst>
          </p:cNvPr>
          <p:cNvSpPr/>
          <p:nvPr/>
        </p:nvSpPr>
        <p:spPr>
          <a:xfrm>
            <a:off x="979589" y="2740916"/>
            <a:ext cx="351687" cy="33575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684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49402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175628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약점 보강 상세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녹음 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녹음하기 버튼을 클릭하면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마이크 권한 확인 후 녹음을 시작한다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 보강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녹음하기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57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64940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78675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약점 보강 상세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녹음 중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질문 내용을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녹음 완료 버튼을 누르면 녹음을 종료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저장 후 약점 보강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약점 보강 페이지로 이동한다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7FCCCF-B339-4E24-B700-989125D85354}"/>
              </a:ext>
            </a:extLst>
          </p:cNvPr>
          <p:cNvSpPr txBox="1"/>
          <p:nvPr/>
        </p:nvSpPr>
        <p:spPr>
          <a:xfrm>
            <a:off x="759780" y="2096312"/>
            <a:ext cx="298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질문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8ADF66-6A0D-4D90-ABC9-C3EA7D97061F}"/>
              </a:ext>
            </a:extLst>
          </p:cNvPr>
          <p:cNvSpPr/>
          <p:nvPr/>
        </p:nvSpPr>
        <p:spPr>
          <a:xfrm>
            <a:off x="823280" y="2550764"/>
            <a:ext cx="6695120" cy="4430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질문 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AAB50D-3E31-4586-9C9C-B0B640547761}"/>
              </a:ext>
            </a:extLst>
          </p:cNvPr>
          <p:cNvSpPr/>
          <p:nvPr/>
        </p:nvSpPr>
        <p:spPr>
          <a:xfrm>
            <a:off x="619955" y="236016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33E58FE-87D4-4402-85A4-6BAEC5AE7331}"/>
              </a:ext>
            </a:extLst>
          </p:cNvPr>
          <p:cNvSpPr/>
          <p:nvPr/>
        </p:nvSpPr>
        <p:spPr>
          <a:xfrm>
            <a:off x="823280" y="3270158"/>
            <a:ext cx="6695120" cy="2832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91851C-F4D8-4CDB-9D2F-C27A1273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41" y="3429978"/>
            <a:ext cx="2083910" cy="2083910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CF7A0F7-F436-4180-BB0B-D37091C2FBC8}"/>
              </a:ext>
            </a:extLst>
          </p:cNvPr>
          <p:cNvSpPr/>
          <p:nvPr/>
        </p:nvSpPr>
        <p:spPr>
          <a:xfrm>
            <a:off x="2957989" y="5531827"/>
            <a:ext cx="1847429" cy="3677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녹음 완료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CA3CF4-3F2A-4DAB-AD3C-F5ECBDB10203}"/>
              </a:ext>
            </a:extLst>
          </p:cNvPr>
          <p:cNvSpPr/>
          <p:nvPr/>
        </p:nvSpPr>
        <p:spPr>
          <a:xfrm>
            <a:off x="2823405" y="5310245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1767B2-F62B-45B8-A221-DB8898788D0B}"/>
              </a:ext>
            </a:extLst>
          </p:cNvPr>
          <p:cNvSpPr/>
          <p:nvPr/>
        </p:nvSpPr>
        <p:spPr>
          <a:xfrm>
            <a:off x="5994400" y="6474780"/>
            <a:ext cx="1473200" cy="27506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← 질문 목록으로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E6E6EF-6EA8-4D37-A87B-BAB0796A0A39}"/>
              </a:ext>
            </a:extLst>
          </p:cNvPr>
          <p:cNvSpPr/>
          <p:nvPr/>
        </p:nvSpPr>
        <p:spPr>
          <a:xfrm>
            <a:off x="5784726" y="6276450"/>
            <a:ext cx="371926" cy="3189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496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78851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391675"/>
              </p:ext>
            </p:extLst>
          </p:nvPr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점수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이력서 파일 이름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날짜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용량을 출력한다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답변 분석 페이지의 헤더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점수와 분석 탭으로 나눈다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입력한 점수를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에서 가져와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1003300" y="3219247"/>
            <a:ext cx="3156529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5B4D1-710C-43AA-8A31-B8FB6C0CB6B2}"/>
              </a:ext>
            </a:extLst>
          </p:cNvPr>
          <p:cNvSpPr txBox="1"/>
          <p:nvPr/>
        </p:nvSpPr>
        <p:spPr>
          <a:xfrm>
            <a:off x="1211818" y="4279487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질문이 요구하는 요소 적합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28C9F-6043-41A6-B4A4-E9A10BC56394}"/>
              </a:ext>
            </a:extLst>
          </p:cNvPr>
          <p:cNvSpPr txBox="1"/>
          <p:nvPr/>
        </p:nvSpPr>
        <p:spPr>
          <a:xfrm>
            <a:off x="1211819" y="4747443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구체성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3C4B6-307C-4F89-B1E4-0FE8141929C6}"/>
              </a:ext>
            </a:extLst>
          </p:cNvPr>
          <p:cNvSpPr txBox="1"/>
          <p:nvPr/>
        </p:nvSpPr>
        <p:spPr>
          <a:xfrm>
            <a:off x="1203247" y="5199325"/>
            <a:ext cx="12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근거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16ECB-B433-4E37-A51D-519E88BC972B}"/>
              </a:ext>
            </a:extLst>
          </p:cNvPr>
          <p:cNvSpPr txBox="1"/>
          <p:nvPr/>
        </p:nvSpPr>
        <p:spPr>
          <a:xfrm>
            <a:off x="1211818" y="3861928"/>
            <a:ext cx="245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질문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답변 맥락 적합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7A9381-B15A-455B-924F-7AE4A8E53041}"/>
              </a:ext>
            </a:extLst>
          </p:cNvPr>
          <p:cNvSpPr/>
          <p:nvPr/>
        </p:nvSpPr>
        <p:spPr>
          <a:xfrm>
            <a:off x="777424" y="2941482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6B95BA-71F1-445F-A62F-1655A7E77F42}"/>
              </a:ext>
            </a:extLst>
          </p:cNvPr>
          <p:cNvSpPr/>
          <p:nvPr/>
        </p:nvSpPr>
        <p:spPr>
          <a:xfrm>
            <a:off x="645933" y="1981115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7198C1-17B7-44BC-9F45-97CBE8B92B19}"/>
              </a:ext>
            </a:extLst>
          </p:cNvPr>
          <p:cNvSpPr txBox="1"/>
          <p:nvPr/>
        </p:nvSpPr>
        <p:spPr>
          <a:xfrm>
            <a:off x="1201522" y="5715508"/>
            <a:ext cx="177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</a:rPr>
              <a:t>이력서 적합성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DD6BFC-C2ED-4003-A453-4B3F778CB4BA}"/>
              </a:ext>
            </a:extLst>
          </p:cNvPr>
          <p:cNvSpPr txBox="1"/>
          <p:nvPr/>
        </p:nvSpPr>
        <p:spPr>
          <a:xfrm>
            <a:off x="6280541" y="3861928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59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EAACBF-CEDF-49B3-90D8-7F172D5C5DF4}"/>
              </a:ext>
            </a:extLst>
          </p:cNvPr>
          <p:cNvSpPr txBox="1"/>
          <p:nvPr/>
        </p:nvSpPr>
        <p:spPr>
          <a:xfrm>
            <a:off x="6290458" y="4258906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65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0EAF85-9C2B-42F5-A3E5-ACC55D0E47DD}"/>
              </a:ext>
            </a:extLst>
          </p:cNvPr>
          <p:cNvSpPr txBox="1"/>
          <p:nvPr/>
        </p:nvSpPr>
        <p:spPr>
          <a:xfrm>
            <a:off x="6258708" y="4757734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80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B5F232-A08E-44C4-9B65-6AF8067A54B6}"/>
              </a:ext>
            </a:extLst>
          </p:cNvPr>
          <p:cNvSpPr txBox="1"/>
          <p:nvPr/>
        </p:nvSpPr>
        <p:spPr>
          <a:xfrm>
            <a:off x="6264792" y="5219460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87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121B78-E240-43DB-9C9B-C9956BD5BBB0}"/>
              </a:ext>
            </a:extLst>
          </p:cNvPr>
          <p:cNvSpPr txBox="1"/>
          <p:nvPr/>
        </p:nvSpPr>
        <p:spPr>
          <a:xfrm>
            <a:off x="6255659" y="5715508"/>
            <a:ext cx="76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90</a:t>
            </a:r>
            <a:r>
              <a:rPr lang="ko-KR" altLang="en-US" dirty="0">
                <a:solidFill>
                  <a:schemeClr val="bg1"/>
                </a:solidFill>
              </a:rPr>
              <a:t>점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4244-C93F-40F0-885A-B24F810A7991}"/>
              </a:ext>
            </a:extLst>
          </p:cNvPr>
          <p:cNvSpPr txBox="1"/>
          <p:nvPr/>
        </p:nvSpPr>
        <p:spPr>
          <a:xfrm>
            <a:off x="5372100" y="3140682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분석</a:t>
            </a:r>
          </a:p>
        </p:txBody>
      </p:sp>
    </p:spTree>
    <p:extLst>
      <p:ext uri="{BB962C8B-B14F-4D97-AF65-F5344CB8AC3E}">
        <p14:creationId xmlns:p14="http://schemas.microsoft.com/office/powerpoint/2010/main" val="205472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195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말해뭐해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2026-02-19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예상 질문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보강 질문 생성 중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약점 보강 상세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27382" y="1174554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답변 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분석한 결과를 출력한다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87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662057" y="1432535"/>
            <a:ext cx="1817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OOO</a:t>
            </a:r>
            <a:r>
              <a:rPr lang="ko-KR" altLang="en-US" sz="1400" dirty="0"/>
              <a:t>님 </a:t>
            </a:r>
            <a:r>
              <a:rPr lang="en-US" altLang="ko-KR" sz="1400" dirty="0"/>
              <a:t>| </a:t>
            </a:r>
            <a:r>
              <a:rPr lang="ko-KR" altLang="en-US" sz="1400" dirty="0"/>
              <a:t>로그아웃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E96A792-AC3C-413C-BA72-291AFE9C3F30}"/>
              </a:ext>
            </a:extLst>
          </p:cNvPr>
          <p:cNvSpPr/>
          <p:nvPr/>
        </p:nvSpPr>
        <p:spPr>
          <a:xfrm>
            <a:off x="901700" y="3108426"/>
            <a:ext cx="6489700" cy="44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2A93747-7910-4FB5-B60B-D9627C5B968F}"/>
              </a:ext>
            </a:extLst>
          </p:cNvPr>
          <p:cNvSpPr/>
          <p:nvPr/>
        </p:nvSpPr>
        <p:spPr>
          <a:xfrm>
            <a:off x="4146550" y="3212798"/>
            <a:ext cx="3156529" cy="2462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80CFC38-1638-48AB-8363-D0C9114EB1FB}"/>
              </a:ext>
            </a:extLst>
          </p:cNvPr>
          <p:cNvSpPr/>
          <p:nvPr/>
        </p:nvSpPr>
        <p:spPr>
          <a:xfrm>
            <a:off x="901700" y="3728882"/>
            <a:ext cx="6489700" cy="26909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 결과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D317895-B522-4200-AB91-D908FF08C8C2}"/>
              </a:ext>
            </a:extLst>
          </p:cNvPr>
          <p:cNvSpPr/>
          <p:nvPr/>
        </p:nvSpPr>
        <p:spPr>
          <a:xfrm>
            <a:off x="823687" y="3639786"/>
            <a:ext cx="323178" cy="3330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DB21E-D3E9-4FCB-ADF6-15B57B0C5E58}"/>
              </a:ext>
            </a:extLst>
          </p:cNvPr>
          <p:cNvSpPr txBox="1"/>
          <p:nvPr/>
        </p:nvSpPr>
        <p:spPr>
          <a:xfrm>
            <a:off x="777424" y="2146095"/>
            <a:ext cx="1476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이력서 </a:t>
            </a:r>
            <a:r>
              <a:rPr lang="en-US" altLang="ko-KR" dirty="0"/>
              <a:t>1.pdf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99F574-0BCF-4BBE-860E-47AF9236E506}"/>
              </a:ext>
            </a:extLst>
          </p:cNvPr>
          <p:cNvSpPr txBox="1"/>
          <p:nvPr/>
        </p:nvSpPr>
        <p:spPr>
          <a:xfrm>
            <a:off x="820185" y="2513387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2026-02-19</a:t>
            </a:r>
            <a:r>
              <a:rPr lang="ko-KR" altLang="en-US" sz="1100" dirty="0"/>
              <a:t>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8D4DC7-CD64-47F7-9BA1-0B5D65CFBEED}"/>
              </a:ext>
            </a:extLst>
          </p:cNvPr>
          <p:cNvSpPr txBox="1"/>
          <p:nvPr/>
        </p:nvSpPr>
        <p:spPr>
          <a:xfrm>
            <a:off x="2295322" y="2520903"/>
            <a:ext cx="1476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2.5MB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4244-C93F-40F0-885A-B24F810A7991}"/>
              </a:ext>
            </a:extLst>
          </p:cNvPr>
          <p:cNvSpPr txBox="1"/>
          <p:nvPr/>
        </p:nvSpPr>
        <p:spPr>
          <a:xfrm>
            <a:off x="2169074" y="3150771"/>
            <a:ext cx="195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점수</a:t>
            </a:r>
          </a:p>
        </p:txBody>
      </p:sp>
    </p:spTree>
    <p:extLst>
      <p:ext uri="{BB962C8B-B14F-4D97-AF65-F5344CB8AC3E}">
        <p14:creationId xmlns:p14="http://schemas.microsoft.com/office/powerpoint/2010/main" val="327682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1891</Words>
  <Application>Microsoft Office PowerPoint</Application>
  <PresentationFormat>와이드스크린</PresentationFormat>
  <Paragraphs>662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ui-sans-serif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 yun choi</dc:creator>
  <cp:lastModifiedBy>do yun choi</cp:lastModifiedBy>
  <cp:revision>31</cp:revision>
  <dcterms:created xsi:type="dcterms:W3CDTF">2026-02-19T00:19:29Z</dcterms:created>
  <dcterms:modified xsi:type="dcterms:W3CDTF">2026-02-19T08:13:29Z</dcterms:modified>
</cp:coreProperties>
</file>