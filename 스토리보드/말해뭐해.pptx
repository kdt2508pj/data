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3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5" d="100"/>
          <a:sy n="95" d="100"/>
        </p:scale>
        <p:origin x="78" y="2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A24A6F4-C8D4-DB8B-73E4-3D178C5444C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18207499-825C-B9C8-646B-AF7C2CAF534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03E4B09-16CF-2753-2E83-2247BF182D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1F9FB3-2CD1-4D44-960D-916E49AE9A8D}" type="datetimeFigureOut">
              <a:rPr lang="ko-KR" altLang="en-US" smtClean="0"/>
              <a:t>2026-02-13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CD95115-F59A-3DA2-4E61-58E9AA9908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3D99476-EDDA-EFC9-1A78-38D8A37679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E2D840-C91C-4E87-9ADE-CA95CF79C5F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248540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849B083-EE68-5AEE-A055-5982CBF455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79544C7-DF2D-3659-058E-A7A590B2CB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CC62733-31BD-5682-8660-E805A8E3BB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1F9FB3-2CD1-4D44-960D-916E49AE9A8D}" type="datetimeFigureOut">
              <a:rPr lang="ko-KR" altLang="en-US" smtClean="0"/>
              <a:t>2026-02-13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E2E809B-A0DC-DEF8-5ED5-9601E45CE7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8728357-689D-C730-2680-4A97289862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E2D840-C91C-4E87-9ADE-CA95CF79C5F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944952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2E5C0C6-AA05-006B-054E-40A3387B63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6F4A51D-3AC8-A592-3FE4-B03B9A9318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B91BE93-510C-00EC-CEB0-944DD42924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1F9FB3-2CD1-4D44-960D-916E49AE9A8D}" type="datetimeFigureOut">
              <a:rPr lang="ko-KR" altLang="en-US" smtClean="0"/>
              <a:t>2026-02-13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182CE79-8970-E733-2B8D-7B6CF3B73C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B88F34E-6DFC-D6E2-646B-580ADF8A53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E2D840-C91C-4E87-9ADE-CA95CF79C5F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144094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4EBA546-69E0-D7D6-AADA-3160937C72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CF08457-5A79-3F91-8AF5-46EE1BB42EE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5A10BD2-EA9F-A5A6-4842-A6AE6EBECA9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1883518-6B6A-FB92-7891-CB510B3CD6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1F9FB3-2CD1-4D44-960D-916E49AE9A8D}" type="datetimeFigureOut">
              <a:rPr lang="ko-KR" altLang="en-US" smtClean="0"/>
              <a:t>2026-02-13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29E7900-73A9-8121-3D75-7A878DC8AA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C6DD6E9-C7C1-E724-9FB8-D199CC28B4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E2D840-C91C-4E87-9ADE-CA95CF79C5F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60007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F97F38E-BDE4-6E08-1B99-6F777AF245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C5A06AD-A2FE-5C8E-92FA-E893D2E7BC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EB446F4-AA79-8597-C54D-C746910EF6C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43DADBC9-F19B-0882-AB7A-7FA86A61E23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1CFADD55-998C-CCC9-59AE-97D4F5F9E4A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E50C6C21-B399-2B6E-7FBF-6F9AA389A4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1F9FB3-2CD1-4D44-960D-916E49AE9A8D}" type="datetimeFigureOut">
              <a:rPr lang="ko-KR" altLang="en-US" smtClean="0"/>
              <a:t>2026-02-13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F6376D58-1A30-40A5-70D5-D6F81DB023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A88CF3B6-5D79-39F5-949C-2DC579C99E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E2D840-C91C-4E87-9ADE-CA95CF79C5F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165662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1718DEA-8F28-21EE-9D5C-D6E76384AA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38AA2B01-9D16-EBCE-512E-090C074B01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1F9FB3-2CD1-4D44-960D-916E49AE9A8D}" type="datetimeFigureOut">
              <a:rPr lang="ko-KR" altLang="en-US" smtClean="0"/>
              <a:t>2026-02-13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BE6B3C4E-1ACB-1FFF-B599-FC3CE83E64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9A94D119-9411-31F7-5DDF-3760E07E2A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E2D840-C91C-4E87-9ADE-CA95CF79C5F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020326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0EB9B424-7D0A-298B-9ECB-1886F4955B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1F9FB3-2CD1-4D44-960D-916E49AE9A8D}" type="datetimeFigureOut">
              <a:rPr lang="ko-KR" altLang="en-US" smtClean="0"/>
              <a:t>2026-02-13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1909CEEC-7E1B-950F-21D4-DD9FC8BA5A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DC82D6D-F4F7-E562-A8C8-75E6FD90B7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E2D840-C91C-4E87-9ADE-CA95CF79C5F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701981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A831721-2A28-241C-6E21-7F00F39494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DF04AF5-05F7-2313-A6DC-664294C934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4C43E805-E6EA-61EE-CAE1-3FD1B79D224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D032AE1-3053-D3B5-E90D-397C26DAD5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1F9FB3-2CD1-4D44-960D-916E49AE9A8D}" type="datetimeFigureOut">
              <a:rPr lang="ko-KR" altLang="en-US" smtClean="0"/>
              <a:t>2026-02-13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2957E43-2625-D959-BAB3-65DCCF36E3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6F72280-4845-3AF7-D7C0-58A683119E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E2D840-C91C-4E87-9ADE-CA95CF79C5F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016481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73BDDD1-F85C-3797-710B-2AC41F0FEB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8817A89A-5688-121E-C7DA-29845A09578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5BBC2A3-13AC-086B-4EDE-8FF7A24EA3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C598460-1080-2F0C-C706-2DD4C24A29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1F9FB3-2CD1-4D44-960D-916E49AE9A8D}" type="datetimeFigureOut">
              <a:rPr lang="ko-KR" altLang="en-US" smtClean="0"/>
              <a:t>2026-02-13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EF44486-2E29-8DA0-2B8E-06FA99D851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8B2A659-18BE-D7D6-0D63-6DFA15E409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E2D840-C91C-4E87-9ADE-CA95CF79C5F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364429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8E1EED3-0856-F40A-1C34-9C41B3B471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9FA6BD5F-72DA-92BA-0BC3-644F9FF2E94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60CA111-A093-FCA0-4AB9-AC346C0525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1F9FB3-2CD1-4D44-960D-916E49AE9A8D}" type="datetimeFigureOut">
              <a:rPr lang="ko-KR" altLang="en-US" smtClean="0"/>
              <a:t>2026-02-13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235B4D2-990A-8B18-6B1D-A2C8F82677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55D3FFE-4B1C-6AB9-C716-08F8C218B7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E2D840-C91C-4E87-9ADE-CA95CF79C5F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297913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BAC7DD6F-3963-CA67-7202-D2DEBE8FEC5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4C4498E3-2536-9611-E6F8-7EC5786DBF3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21DC528-CF45-E435-CEFC-BF74483989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1F9FB3-2CD1-4D44-960D-916E49AE9A8D}" type="datetimeFigureOut">
              <a:rPr lang="ko-KR" altLang="en-US" smtClean="0"/>
              <a:t>2026-02-13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5EECF64-127E-E1FC-2557-433D06D30F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DCD0C42-0489-4C57-1538-0059C8A65F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E2D840-C91C-4E87-9ADE-CA95CF79C5F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482040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3C123606-E183-50D2-B829-30C817808C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166AA26-1C78-F419-16AC-D39C9C8CF5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7304444-7FDC-462B-C52E-D2D0BC048E2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E1F9FB3-2CD1-4D44-960D-916E49AE9A8D}" type="datetimeFigureOut">
              <a:rPr lang="ko-KR" altLang="en-US" smtClean="0"/>
              <a:t>2026-02-13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7DAD9D6-DB79-9A8B-74B8-B93FECFD96B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D828D61-BFF7-F59A-9D62-E10221F16F6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EE2D840-C91C-4E87-9ADE-CA95CF79C5F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924586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1C198DA1-F73E-4D1D-A031-D1055E458F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08923490"/>
              </p:ext>
            </p:extLst>
          </p:nvPr>
        </p:nvGraphicFramePr>
        <p:xfrm>
          <a:off x="0" y="0"/>
          <a:ext cx="12192000" cy="1180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123475387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004153989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883161656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4028058097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67364956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53609639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프로젝트 명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화면코드</a:t>
                      </a: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메인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header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버전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79480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작성자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 err="1">
                          <a:solidFill>
                            <a:schemeClr val="tx1"/>
                          </a:solidFill>
                        </a:rPr>
                        <a:t>최용운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일자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2026-02-12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3361103"/>
                  </a:ext>
                </a:extLst>
              </a:tr>
              <a:tr h="370840">
                <a:tc gridSpan="6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: header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4574611"/>
                  </a:ext>
                </a:extLst>
              </a:tr>
            </a:tbl>
          </a:graphicData>
        </a:graphic>
      </p:graphicFrame>
      <p:graphicFrame>
        <p:nvGraphicFramePr>
          <p:cNvPr id="5" name="표 5">
            <a:extLst>
              <a:ext uri="{FF2B5EF4-FFF2-40B4-BE49-F238E27FC236}">
                <a16:creationId xmlns:a16="http://schemas.microsoft.com/office/drawing/2014/main" id="{5917CB83-5C81-453A-B5A9-EA01804B5A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62728032"/>
              </p:ext>
            </p:extLst>
          </p:nvPr>
        </p:nvGraphicFramePr>
        <p:xfrm>
          <a:off x="8603672" y="1180080"/>
          <a:ext cx="3588327" cy="567791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7787">
                  <a:extLst>
                    <a:ext uri="{9D8B030D-6E8A-4147-A177-3AD203B41FA5}">
                      <a16:colId xmlns:a16="http://schemas.microsoft.com/office/drawing/2014/main" val="1896535590"/>
                    </a:ext>
                  </a:extLst>
                </a:gridCol>
                <a:gridCol w="3230540">
                  <a:extLst>
                    <a:ext uri="{9D8B030D-6E8A-4147-A177-3AD203B41FA5}">
                      <a16:colId xmlns:a16="http://schemas.microsoft.com/office/drawing/2014/main" val="3912093707"/>
                    </a:ext>
                  </a:extLst>
                </a:gridCol>
              </a:tblGrid>
              <a:tr h="515256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description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1504006"/>
                  </a:ext>
                </a:extLst>
              </a:tr>
              <a:tr h="737523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헤더</a:t>
                      </a:r>
                      <a:endParaRPr lang="en-US" altLang="ko-KR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2309940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1.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en-US" altLang="ko-KR" sz="12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0031290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6392484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3286401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8858731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5017686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2041676"/>
                  </a:ext>
                </a:extLst>
              </a:tr>
            </a:tbl>
          </a:graphicData>
        </a:graphic>
      </p:graphicFrame>
      <p:sp>
        <p:nvSpPr>
          <p:cNvPr id="7" name="직사각형 6">
            <a:extLst>
              <a:ext uri="{FF2B5EF4-FFF2-40B4-BE49-F238E27FC236}">
                <a16:creationId xmlns:a16="http://schemas.microsoft.com/office/drawing/2014/main" id="{B030C018-A617-475B-9262-DD681A943439}"/>
              </a:ext>
            </a:extLst>
          </p:cNvPr>
          <p:cNvSpPr/>
          <p:nvPr/>
        </p:nvSpPr>
        <p:spPr>
          <a:xfrm>
            <a:off x="1615044" y="1186018"/>
            <a:ext cx="6988627" cy="642782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11296FE-16BA-4F12-B9DA-4ED3C920D19B}"/>
              </a:ext>
            </a:extLst>
          </p:cNvPr>
          <p:cNvSpPr/>
          <p:nvPr/>
        </p:nvSpPr>
        <p:spPr>
          <a:xfrm>
            <a:off x="0" y="1180080"/>
            <a:ext cx="1615044" cy="64278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로고</a:t>
            </a:r>
          </a:p>
        </p:txBody>
      </p:sp>
      <p:sp>
        <p:nvSpPr>
          <p:cNvPr id="54" name="직사각형 53">
            <a:extLst>
              <a:ext uri="{FF2B5EF4-FFF2-40B4-BE49-F238E27FC236}">
                <a16:creationId xmlns:a16="http://schemas.microsoft.com/office/drawing/2014/main" id="{16B8787C-D05F-4917-AEF4-5C6EDDFA0262}"/>
              </a:ext>
            </a:extLst>
          </p:cNvPr>
          <p:cNvSpPr/>
          <p:nvPr/>
        </p:nvSpPr>
        <p:spPr>
          <a:xfrm>
            <a:off x="579" y="1822862"/>
            <a:ext cx="8603092" cy="40259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80A710FF-E337-4594-BE0F-E1DC729C6982}"/>
              </a:ext>
            </a:extLst>
          </p:cNvPr>
          <p:cNvSpPr txBox="1"/>
          <p:nvPr/>
        </p:nvSpPr>
        <p:spPr>
          <a:xfrm>
            <a:off x="6864350" y="1432535"/>
            <a:ext cx="161504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/>
              <a:t>로그인 </a:t>
            </a:r>
            <a:r>
              <a:rPr lang="en-US" altLang="ko-KR" sz="1400" dirty="0"/>
              <a:t>| </a:t>
            </a:r>
            <a:r>
              <a:rPr lang="ko-KR" altLang="en-US" sz="1400" dirty="0"/>
              <a:t>회원가입</a:t>
            </a:r>
          </a:p>
        </p:txBody>
      </p:sp>
    </p:spTree>
    <p:extLst>
      <p:ext uri="{BB962C8B-B14F-4D97-AF65-F5344CB8AC3E}">
        <p14:creationId xmlns:p14="http://schemas.microsoft.com/office/powerpoint/2010/main" val="20775216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1C198DA1-F73E-4D1D-A031-D1055E458F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16311489"/>
              </p:ext>
            </p:extLst>
          </p:nvPr>
        </p:nvGraphicFramePr>
        <p:xfrm>
          <a:off x="0" y="0"/>
          <a:ext cx="12192000" cy="1180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123475387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004153989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883161656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4028058097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67364956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53609639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프로젝트 명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화면코드</a:t>
                      </a: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메인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header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버전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79480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작성자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 err="1">
                          <a:solidFill>
                            <a:schemeClr val="tx1"/>
                          </a:solidFill>
                        </a:rPr>
                        <a:t>최용운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일자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2026-02-12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3361103"/>
                  </a:ext>
                </a:extLst>
              </a:tr>
              <a:tr h="370840">
                <a:tc gridSpan="6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: </a:t>
                      </a:r>
                      <a:r>
                        <a:rPr lang="ko-KR" altLang="en-US" sz="1400" b="0" dirty="0" err="1">
                          <a:solidFill>
                            <a:schemeClr val="tx1"/>
                          </a:solidFill>
                        </a:rPr>
                        <a:t>메인페이지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4574611"/>
                  </a:ext>
                </a:extLst>
              </a:tr>
            </a:tbl>
          </a:graphicData>
        </a:graphic>
      </p:graphicFrame>
      <p:graphicFrame>
        <p:nvGraphicFramePr>
          <p:cNvPr id="5" name="표 5">
            <a:extLst>
              <a:ext uri="{FF2B5EF4-FFF2-40B4-BE49-F238E27FC236}">
                <a16:creationId xmlns:a16="http://schemas.microsoft.com/office/drawing/2014/main" id="{5917CB83-5C81-453A-B5A9-EA01804B5A3C}"/>
              </a:ext>
            </a:extLst>
          </p:cNvPr>
          <p:cNvGraphicFramePr>
            <a:graphicFrameLocks noGrp="1"/>
          </p:cNvGraphicFramePr>
          <p:nvPr/>
        </p:nvGraphicFramePr>
        <p:xfrm>
          <a:off x="8603672" y="1180080"/>
          <a:ext cx="3588327" cy="567791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7787">
                  <a:extLst>
                    <a:ext uri="{9D8B030D-6E8A-4147-A177-3AD203B41FA5}">
                      <a16:colId xmlns:a16="http://schemas.microsoft.com/office/drawing/2014/main" val="1896535590"/>
                    </a:ext>
                  </a:extLst>
                </a:gridCol>
                <a:gridCol w="3230540">
                  <a:extLst>
                    <a:ext uri="{9D8B030D-6E8A-4147-A177-3AD203B41FA5}">
                      <a16:colId xmlns:a16="http://schemas.microsoft.com/office/drawing/2014/main" val="3912093707"/>
                    </a:ext>
                  </a:extLst>
                </a:gridCol>
              </a:tblGrid>
              <a:tr h="515256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description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1504006"/>
                  </a:ext>
                </a:extLst>
              </a:tr>
              <a:tr h="737523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헤더</a:t>
                      </a:r>
                      <a:endParaRPr lang="en-US" altLang="ko-KR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2309940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1.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en-US" altLang="ko-KR" sz="12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0031290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6392484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3286401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8858731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5017686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2041676"/>
                  </a:ext>
                </a:extLst>
              </a:tr>
            </a:tbl>
          </a:graphicData>
        </a:graphic>
      </p:graphicFrame>
      <p:sp>
        <p:nvSpPr>
          <p:cNvPr id="7" name="직사각형 6">
            <a:extLst>
              <a:ext uri="{FF2B5EF4-FFF2-40B4-BE49-F238E27FC236}">
                <a16:creationId xmlns:a16="http://schemas.microsoft.com/office/drawing/2014/main" id="{B030C018-A617-475B-9262-DD681A943439}"/>
              </a:ext>
            </a:extLst>
          </p:cNvPr>
          <p:cNvSpPr/>
          <p:nvPr/>
        </p:nvSpPr>
        <p:spPr>
          <a:xfrm>
            <a:off x="1615044" y="1186018"/>
            <a:ext cx="6988627" cy="642782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11296FE-16BA-4F12-B9DA-4ED3C920D19B}"/>
              </a:ext>
            </a:extLst>
          </p:cNvPr>
          <p:cNvSpPr/>
          <p:nvPr/>
        </p:nvSpPr>
        <p:spPr>
          <a:xfrm>
            <a:off x="0" y="1180080"/>
            <a:ext cx="1615044" cy="64278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로고</a:t>
            </a:r>
          </a:p>
        </p:txBody>
      </p:sp>
      <p:sp>
        <p:nvSpPr>
          <p:cNvPr id="54" name="직사각형 53">
            <a:extLst>
              <a:ext uri="{FF2B5EF4-FFF2-40B4-BE49-F238E27FC236}">
                <a16:creationId xmlns:a16="http://schemas.microsoft.com/office/drawing/2014/main" id="{16B8787C-D05F-4917-AEF4-5C6EDDFA0262}"/>
              </a:ext>
            </a:extLst>
          </p:cNvPr>
          <p:cNvSpPr/>
          <p:nvPr/>
        </p:nvSpPr>
        <p:spPr>
          <a:xfrm>
            <a:off x="579" y="1822862"/>
            <a:ext cx="8603092" cy="40259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80A710FF-E337-4594-BE0F-E1DC729C6982}"/>
              </a:ext>
            </a:extLst>
          </p:cNvPr>
          <p:cNvSpPr txBox="1"/>
          <p:nvPr/>
        </p:nvSpPr>
        <p:spPr>
          <a:xfrm>
            <a:off x="6864350" y="1432535"/>
            <a:ext cx="161504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/>
              <a:t>로그인 </a:t>
            </a:r>
            <a:r>
              <a:rPr lang="en-US" altLang="ko-KR" sz="1400" dirty="0"/>
              <a:t>| </a:t>
            </a:r>
            <a:r>
              <a:rPr lang="ko-KR" altLang="en-US" sz="1400" dirty="0"/>
              <a:t>회원가입</a:t>
            </a:r>
          </a:p>
        </p:txBody>
      </p:sp>
    </p:spTree>
    <p:extLst>
      <p:ext uri="{BB962C8B-B14F-4D97-AF65-F5344CB8AC3E}">
        <p14:creationId xmlns:p14="http://schemas.microsoft.com/office/powerpoint/2010/main" val="38269288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1C198DA1-F73E-4D1D-A031-D1055E458F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85660511"/>
              </p:ext>
            </p:extLst>
          </p:nvPr>
        </p:nvGraphicFramePr>
        <p:xfrm>
          <a:off x="0" y="0"/>
          <a:ext cx="12192000" cy="1180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123475387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004153989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883161656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4028058097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67364956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53609639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프로젝트 명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화면코드</a:t>
                      </a: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메인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header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버전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79480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작성자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 err="1">
                          <a:solidFill>
                            <a:schemeClr val="tx1"/>
                          </a:solidFill>
                        </a:rPr>
                        <a:t>이하랑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일자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2026-02-12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3361103"/>
                  </a:ext>
                </a:extLst>
              </a:tr>
              <a:tr h="370840">
                <a:tc gridSpan="6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: </a:t>
                      </a:r>
                      <a:r>
                        <a:rPr lang="ko-KR" altLang="en-US" sz="1400" b="0" dirty="0" err="1">
                          <a:solidFill>
                            <a:schemeClr val="tx1"/>
                          </a:solidFill>
                        </a:rPr>
                        <a:t>로그인화면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4574611"/>
                  </a:ext>
                </a:extLst>
              </a:tr>
            </a:tbl>
          </a:graphicData>
        </a:graphic>
      </p:graphicFrame>
      <p:graphicFrame>
        <p:nvGraphicFramePr>
          <p:cNvPr id="5" name="표 5">
            <a:extLst>
              <a:ext uri="{FF2B5EF4-FFF2-40B4-BE49-F238E27FC236}">
                <a16:creationId xmlns:a16="http://schemas.microsoft.com/office/drawing/2014/main" id="{5917CB83-5C81-453A-B5A9-EA01804B5A3C}"/>
              </a:ext>
            </a:extLst>
          </p:cNvPr>
          <p:cNvGraphicFramePr>
            <a:graphicFrameLocks noGrp="1"/>
          </p:cNvGraphicFramePr>
          <p:nvPr/>
        </p:nvGraphicFramePr>
        <p:xfrm>
          <a:off x="8603672" y="1180080"/>
          <a:ext cx="3588327" cy="567791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7787">
                  <a:extLst>
                    <a:ext uri="{9D8B030D-6E8A-4147-A177-3AD203B41FA5}">
                      <a16:colId xmlns:a16="http://schemas.microsoft.com/office/drawing/2014/main" val="1896535590"/>
                    </a:ext>
                  </a:extLst>
                </a:gridCol>
                <a:gridCol w="3230540">
                  <a:extLst>
                    <a:ext uri="{9D8B030D-6E8A-4147-A177-3AD203B41FA5}">
                      <a16:colId xmlns:a16="http://schemas.microsoft.com/office/drawing/2014/main" val="3912093707"/>
                    </a:ext>
                  </a:extLst>
                </a:gridCol>
              </a:tblGrid>
              <a:tr h="515256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description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1504006"/>
                  </a:ext>
                </a:extLst>
              </a:tr>
              <a:tr h="737523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헤더</a:t>
                      </a:r>
                      <a:endParaRPr lang="en-US" altLang="ko-KR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2309940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1.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en-US" altLang="ko-KR" sz="12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0031290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6392484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3286401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8858731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5017686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2041676"/>
                  </a:ext>
                </a:extLst>
              </a:tr>
            </a:tbl>
          </a:graphicData>
        </a:graphic>
      </p:graphicFrame>
      <p:sp>
        <p:nvSpPr>
          <p:cNvPr id="7" name="직사각형 6">
            <a:extLst>
              <a:ext uri="{FF2B5EF4-FFF2-40B4-BE49-F238E27FC236}">
                <a16:creationId xmlns:a16="http://schemas.microsoft.com/office/drawing/2014/main" id="{B030C018-A617-475B-9262-DD681A943439}"/>
              </a:ext>
            </a:extLst>
          </p:cNvPr>
          <p:cNvSpPr/>
          <p:nvPr/>
        </p:nvSpPr>
        <p:spPr>
          <a:xfrm>
            <a:off x="1615044" y="1186018"/>
            <a:ext cx="6988627" cy="642782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11296FE-16BA-4F12-B9DA-4ED3C920D19B}"/>
              </a:ext>
            </a:extLst>
          </p:cNvPr>
          <p:cNvSpPr/>
          <p:nvPr/>
        </p:nvSpPr>
        <p:spPr>
          <a:xfrm>
            <a:off x="0" y="1180080"/>
            <a:ext cx="1615044" cy="64278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로고</a:t>
            </a:r>
          </a:p>
        </p:txBody>
      </p:sp>
      <p:sp>
        <p:nvSpPr>
          <p:cNvPr id="54" name="직사각형 53">
            <a:extLst>
              <a:ext uri="{FF2B5EF4-FFF2-40B4-BE49-F238E27FC236}">
                <a16:creationId xmlns:a16="http://schemas.microsoft.com/office/drawing/2014/main" id="{16B8787C-D05F-4917-AEF4-5C6EDDFA0262}"/>
              </a:ext>
            </a:extLst>
          </p:cNvPr>
          <p:cNvSpPr/>
          <p:nvPr/>
        </p:nvSpPr>
        <p:spPr>
          <a:xfrm>
            <a:off x="579" y="1822862"/>
            <a:ext cx="8603092" cy="40259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80A710FF-E337-4594-BE0F-E1DC729C6982}"/>
              </a:ext>
            </a:extLst>
          </p:cNvPr>
          <p:cNvSpPr txBox="1"/>
          <p:nvPr/>
        </p:nvSpPr>
        <p:spPr>
          <a:xfrm>
            <a:off x="6864350" y="1432535"/>
            <a:ext cx="161504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/>
              <a:t>로그인 </a:t>
            </a:r>
            <a:r>
              <a:rPr lang="en-US" altLang="ko-KR" sz="1400" dirty="0"/>
              <a:t>| </a:t>
            </a:r>
            <a:r>
              <a:rPr lang="ko-KR" altLang="en-US" sz="1400" dirty="0"/>
              <a:t>회원가입</a:t>
            </a:r>
          </a:p>
        </p:txBody>
      </p:sp>
    </p:spTree>
    <p:extLst>
      <p:ext uri="{BB962C8B-B14F-4D97-AF65-F5344CB8AC3E}">
        <p14:creationId xmlns:p14="http://schemas.microsoft.com/office/powerpoint/2010/main" val="9903943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1C198DA1-F73E-4D1D-A031-D1055E458F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6036220"/>
              </p:ext>
            </p:extLst>
          </p:nvPr>
        </p:nvGraphicFramePr>
        <p:xfrm>
          <a:off x="0" y="0"/>
          <a:ext cx="12192000" cy="1180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123475387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004153989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883161656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4028058097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67364956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53609639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프로젝트 명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화면코드</a:t>
                      </a: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메인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header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버전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79480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작성자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 err="1">
                          <a:solidFill>
                            <a:schemeClr val="tx1"/>
                          </a:solidFill>
                        </a:rPr>
                        <a:t>이하랑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일자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2026-02-12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3361103"/>
                  </a:ext>
                </a:extLst>
              </a:tr>
              <a:tr h="370840">
                <a:tc gridSpan="6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: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회원가입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4574611"/>
                  </a:ext>
                </a:extLst>
              </a:tr>
            </a:tbl>
          </a:graphicData>
        </a:graphic>
      </p:graphicFrame>
      <p:graphicFrame>
        <p:nvGraphicFramePr>
          <p:cNvPr id="5" name="표 5">
            <a:extLst>
              <a:ext uri="{FF2B5EF4-FFF2-40B4-BE49-F238E27FC236}">
                <a16:creationId xmlns:a16="http://schemas.microsoft.com/office/drawing/2014/main" id="{5917CB83-5C81-453A-B5A9-EA01804B5A3C}"/>
              </a:ext>
            </a:extLst>
          </p:cNvPr>
          <p:cNvGraphicFramePr>
            <a:graphicFrameLocks noGrp="1"/>
          </p:cNvGraphicFramePr>
          <p:nvPr/>
        </p:nvGraphicFramePr>
        <p:xfrm>
          <a:off x="8603672" y="1180080"/>
          <a:ext cx="3588327" cy="567791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7787">
                  <a:extLst>
                    <a:ext uri="{9D8B030D-6E8A-4147-A177-3AD203B41FA5}">
                      <a16:colId xmlns:a16="http://schemas.microsoft.com/office/drawing/2014/main" val="1896535590"/>
                    </a:ext>
                  </a:extLst>
                </a:gridCol>
                <a:gridCol w="3230540">
                  <a:extLst>
                    <a:ext uri="{9D8B030D-6E8A-4147-A177-3AD203B41FA5}">
                      <a16:colId xmlns:a16="http://schemas.microsoft.com/office/drawing/2014/main" val="3912093707"/>
                    </a:ext>
                  </a:extLst>
                </a:gridCol>
              </a:tblGrid>
              <a:tr h="515256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description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1504006"/>
                  </a:ext>
                </a:extLst>
              </a:tr>
              <a:tr h="737523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헤더</a:t>
                      </a:r>
                      <a:endParaRPr lang="en-US" altLang="ko-KR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2309940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1.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en-US" altLang="ko-KR" sz="12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0031290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6392484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3286401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8858731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5017686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2041676"/>
                  </a:ext>
                </a:extLst>
              </a:tr>
            </a:tbl>
          </a:graphicData>
        </a:graphic>
      </p:graphicFrame>
      <p:sp>
        <p:nvSpPr>
          <p:cNvPr id="7" name="직사각형 6">
            <a:extLst>
              <a:ext uri="{FF2B5EF4-FFF2-40B4-BE49-F238E27FC236}">
                <a16:creationId xmlns:a16="http://schemas.microsoft.com/office/drawing/2014/main" id="{B030C018-A617-475B-9262-DD681A943439}"/>
              </a:ext>
            </a:extLst>
          </p:cNvPr>
          <p:cNvSpPr/>
          <p:nvPr/>
        </p:nvSpPr>
        <p:spPr>
          <a:xfrm>
            <a:off x="1615044" y="1186018"/>
            <a:ext cx="6988627" cy="642782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11296FE-16BA-4F12-B9DA-4ED3C920D19B}"/>
              </a:ext>
            </a:extLst>
          </p:cNvPr>
          <p:cNvSpPr/>
          <p:nvPr/>
        </p:nvSpPr>
        <p:spPr>
          <a:xfrm>
            <a:off x="0" y="1180080"/>
            <a:ext cx="1615044" cy="64278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로고</a:t>
            </a:r>
          </a:p>
        </p:txBody>
      </p:sp>
      <p:sp>
        <p:nvSpPr>
          <p:cNvPr id="54" name="직사각형 53">
            <a:extLst>
              <a:ext uri="{FF2B5EF4-FFF2-40B4-BE49-F238E27FC236}">
                <a16:creationId xmlns:a16="http://schemas.microsoft.com/office/drawing/2014/main" id="{16B8787C-D05F-4917-AEF4-5C6EDDFA0262}"/>
              </a:ext>
            </a:extLst>
          </p:cNvPr>
          <p:cNvSpPr/>
          <p:nvPr/>
        </p:nvSpPr>
        <p:spPr>
          <a:xfrm>
            <a:off x="579" y="1822862"/>
            <a:ext cx="8603092" cy="40259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80A710FF-E337-4594-BE0F-E1DC729C6982}"/>
              </a:ext>
            </a:extLst>
          </p:cNvPr>
          <p:cNvSpPr txBox="1"/>
          <p:nvPr/>
        </p:nvSpPr>
        <p:spPr>
          <a:xfrm>
            <a:off x="6864350" y="1432535"/>
            <a:ext cx="161504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/>
              <a:t>로그인 </a:t>
            </a:r>
            <a:r>
              <a:rPr lang="en-US" altLang="ko-KR" sz="1400" dirty="0"/>
              <a:t>| </a:t>
            </a:r>
            <a:r>
              <a:rPr lang="ko-KR" altLang="en-US" sz="1400" dirty="0"/>
              <a:t>회원가입</a:t>
            </a:r>
          </a:p>
        </p:txBody>
      </p:sp>
    </p:spTree>
    <p:extLst>
      <p:ext uri="{BB962C8B-B14F-4D97-AF65-F5344CB8AC3E}">
        <p14:creationId xmlns:p14="http://schemas.microsoft.com/office/powerpoint/2010/main" val="31694249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1C198DA1-F73E-4D1D-A031-D1055E458F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11792274"/>
              </p:ext>
            </p:extLst>
          </p:nvPr>
        </p:nvGraphicFramePr>
        <p:xfrm>
          <a:off x="0" y="0"/>
          <a:ext cx="12192000" cy="1180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123475387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004153989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883161656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4028058097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67364956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53609639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프로젝트 명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화면코드</a:t>
                      </a: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메인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header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버전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79480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작성자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 err="1">
                          <a:solidFill>
                            <a:schemeClr val="tx1"/>
                          </a:solidFill>
                        </a:rPr>
                        <a:t>최용운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일자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2026-02-12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3361103"/>
                  </a:ext>
                </a:extLst>
              </a:tr>
              <a:tr h="370840">
                <a:tc gridSpan="6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: </a:t>
                      </a:r>
                      <a:r>
                        <a:rPr lang="en-US" altLang="ko-KR" sz="1400" dirty="0"/>
                        <a:t>STT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4574611"/>
                  </a:ext>
                </a:extLst>
              </a:tr>
            </a:tbl>
          </a:graphicData>
        </a:graphic>
      </p:graphicFrame>
      <p:graphicFrame>
        <p:nvGraphicFramePr>
          <p:cNvPr id="5" name="표 5">
            <a:extLst>
              <a:ext uri="{FF2B5EF4-FFF2-40B4-BE49-F238E27FC236}">
                <a16:creationId xmlns:a16="http://schemas.microsoft.com/office/drawing/2014/main" id="{5917CB83-5C81-453A-B5A9-EA01804B5A3C}"/>
              </a:ext>
            </a:extLst>
          </p:cNvPr>
          <p:cNvGraphicFramePr>
            <a:graphicFrameLocks noGrp="1"/>
          </p:cNvGraphicFramePr>
          <p:nvPr/>
        </p:nvGraphicFramePr>
        <p:xfrm>
          <a:off x="8603672" y="1180080"/>
          <a:ext cx="3588327" cy="567791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7787">
                  <a:extLst>
                    <a:ext uri="{9D8B030D-6E8A-4147-A177-3AD203B41FA5}">
                      <a16:colId xmlns:a16="http://schemas.microsoft.com/office/drawing/2014/main" val="1896535590"/>
                    </a:ext>
                  </a:extLst>
                </a:gridCol>
                <a:gridCol w="3230540">
                  <a:extLst>
                    <a:ext uri="{9D8B030D-6E8A-4147-A177-3AD203B41FA5}">
                      <a16:colId xmlns:a16="http://schemas.microsoft.com/office/drawing/2014/main" val="3912093707"/>
                    </a:ext>
                  </a:extLst>
                </a:gridCol>
              </a:tblGrid>
              <a:tr h="515256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description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1504006"/>
                  </a:ext>
                </a:extLst>
              </a:tr>
              <a:tr h="737523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헤더</a:t>
                      </a:r>
                      <a:endParaRPr lang="en-US" altLang="ko-KR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2309940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1.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en-US" altLang="ko-KR" sz="12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0031290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6392484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3286401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8858731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5017686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2041676"/>
                  </a:ext>
                </a:extLst>
              </a:tr>
            </a:tbl>
          </a:graphicData>
        </a:graphic>
      </p:graphicFrame>
      <p:sp>
        <p:nvSpPr>
          <p:cNvPr id="7" name="직사각형 6">
            <a:extLst>
              <a:ext uri="{FF2B5EF4-FFF2-40B4-BE49-F238E27FC236}">
                <a16:creationId xmlns:a16="http://schemas.microsoft.com/office/drawing/2014/main" id="{B030C018-A617-475B-9262-DD681A943439}"/>
              </a:ext>
            </a:extLst>
          </p:cNvPr>
          <p:cNvSpPr/>
          <p:nvPr/>
        </p:nvSpPr>
        <p:spPr>
          <a:xfrm>
            <a:off x="1615044" y="1186018"/>
            <a:ext cx="6988627" cy="642782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11296FE-16BA-4F12-B9DA-4ED3C920D19B}"/>
              </a:ext>
            </a:extLst>
          </p:cNvPr>
          <p:cNvSpPr/>
          <p:nvPr/>
        </p:nvSpPr>
        <p:spPr>
          <a:xfrm>
            <a:off x="0" y="1180080"/>
            <a:ext cx="1615044" cy="64278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로고</a:t>
            </a:r>
          </a:p>
        </p:txBody>
      </p:sp>
      <p:sp>
        <p:nvSpPr>
          <p:cNvPr id="54" name="직사각형 53">
            <a:extLst>
              <a:ext uri="{FF2B5EF4-FFF2-40B4-BE49-F238E27FC236}">
                <a16:creationId xmlns:a16="http://schemas.microsoft.com/office/drawing/2014/main" id="{16B8787C-D05F-4917-AEF4-5C6EDDFA0262}"/>
              </a:ext>
            </a:extLst>
          </p:cNvPr>
          <p:cNvSpPr/>
          <p:nvPr/>
        </p:nvSpPr>
        <p:spPr>
          <a:xfrm>
            <a:off x="579" y="1822862"/>
            <a:ext cx="8603092" cy="40259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80A710FF-E337-4594-BE0F-E1DC729C6982}"/>
              </a:ext>
            </a:extLst>
          </p:cNvPr>
          <p:cNvSpPr txBox="1"/>
          <p:nvPr/>
        </p:nvSpPr>
        <p:spPr>
          <a:xfrm>
            <a:off x="6864350" y="1432535"/>
            <a:ext cx="161504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/>
              <a:t>로그인 </a:t>
            </a:r>
            <a:r>
              <a:rPr lang="en-US" altLang="ko-KR" sz="1400" dirty="0"/>
              <a:t>| </a:t>
            </a:r>
            <a:r>
              <a:rPr lang="ko-KR" altLang="en-US" sz="1400" dirty="0"/>
              <a:t>회원가입</a:t>
            </a:r>
          </a:p>
        </p:txBody>
      </p:sp>
    </p:spTree>
    <p:extLst>
      <p:ext uri="{BB962C8B-B14F-4D97-AF65-F5344CB8AC3E}">
        <p14:creationId xmlns:p14="http://schemas.microsoft.com/office/powerpoint/2010/main" val="3765614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1C198DA1-F73E-4D1D-A031-D1055E458F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39226118"/>
              </p:ext>
            </p:extLst>
          </p:nvPr>
        </p:nvGraphicFramePr>
        <p:xfrm>
          <a:off x="0" y="0"/>
          <a:ext cx="12192000" cy="1180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123475387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004153989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883161656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4028058097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67364956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53609639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프로젝트 명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화면코드</a:t>
                      </a: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메인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header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버전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79480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작성자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 err="1">
                          <a:solidFill>
                            <a:schemeClr val="tx1"/>
                          </a:solidFill>
                        </a:rPr>
                        <a:t>이하랑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일자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2026-02-12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3361103"/>
                  </a:ext>
                </a:extLst>
              </a:tr>
              <a:tr h="370840">
                <a:tc gridSpan="6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: </a:t>
                      </a:r>
                      <a:r>
                        <a:rPr lang="en-US" altLang="ko-KR" sz="1400" dirty="0"/>
                        <a:t>context </a:t>
                      </a:r>
                      <a:r>
                        <a:rPr lang="ko-KR" altLang="en-US" sz="1400" dirty="0"/>
                        <a:t>분석 및 통계 및 점수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4574611"/>
                  </a:ext>
                </a:extLst>
              </a:tr>
            </a:tbl>
          </a:graphicData>
        </a:graphic>
      </p:graphicFrame>
      <p:graphicFrame>
        <p:nvGraphicFramePr>
          <p:cNvPr id="5" name="표 5">
            <a:extLst>
              <a:ext uri="{FF2B5EF4-FFF2-40B4-BE49-F238E27FC236}">
                <a16:creationId xmlns:a16="http://schemas.microsoft.com/office/drawing/2014/main" id="{5917CB83-5C81-453A-B5A9-EA01804B5A3C}"/>
              </a:ext>
            </a:extLst>
          </p:cNvPr>
          <p:cNvGraphicFramePr>
            <a:graphicFrameLocks noGrp="1"/>
          </p:cNvGraphicFramePr>
          <p:nvPr/>
        </p:nvGraphicFramePr>
        <p:xfrm>
          <a:off x="8603672" y="1180080"/>
          <a:ext cx="3588327" cy="567791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7787">
                  <a:extLst>
                    <a:ext uri="{9D8B030D-6E8A-4147-A177-3AD203B41FA5}">
                      <a16:colId xmlns:a16="http://schemas.microsoft.com/office/drawing/2014/main" val="1896535590"/>
                    </a:ext>
                  </a:extLst>
                </a:gridCol>
                <a:gridCol w="3230540">
                  <a:extLst>
                    <a:ext uri="{9D8B030D-6E8A-4147-A177-3AD203B41FA5}">
                      <a16:colId xmlns:a16="http://schemas.microsoft.com/office/drawing/2014/main" val="3912093707"/>
                    </a:ext>
                  </a:extLst>
                </a:gridCol>
              </a:tblGrid>
              <a:tr h="515256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description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1504006"/>
                  </a:ext>
                </a:extLst>
              </a:tr>
              <a:tr h="737523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헤더</a:t>
                      </a:r>
                      <a:endParaRPr lang="en-US" altLang="ko-KR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2309940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1.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en-US" altLang="ko-KR" sz="12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0031290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6392484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3286401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8858731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5017686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2041676"/>
                  </a:ext>
                </a:extLst>
              </a:tr>
            </a:tbl>
          </a:graphicData>
        </a:graphic>
      </p:graphicFrame>
      <p:sp>
        <p:nvSpPr>
          <p:cNvPr id="7" name="직사각형 6">
            <a:extLst>
              <a:ext uri="{FF2B5EF4-FFF2-40B4-BE49-F238E27FC236}">
                <a16:creationId xmlns:a16="http://schemas.microsoft.com/office/drawing/2014/main" id="{B030C018-A617-475B-9262-DD681A943439}"/>
              </a:ext>
            </a:extLst>
          </p:cNvPr>
          <p:cNvSpPr/>
          <p:nvPr/>
        </p:nvSpPr>
        <p:spPr>
          <a:xfrm>
            <a:off x="1615044" y="1186018"/>
            <a:ext cx="6988627" cy="642782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11296FE-16BA-4F12-B9DA-4ED3C920D19B}"/>
              </a:ext>
            </a:extLst>
          </p:cNvPr>
          <p:cNvSpPr/>
          <p:nvPr/>
        </p:nvSpPr>
        <p:spPr>
          <a:xfrm>
            <a:off x="0" y="1180080"/>
            <a:ext cx="1615044" cy="64278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로고</a:t>
            </a:r>
          </a:p>
        </p:txBody>
      </p:sp>
      <p:sp>
        <p:nvSpPr>
          <p:cNvPr id="54" name="직사각형 53">
            <a:extLst>
              <a:ext uri="{FF2B5EF4-FFF2-40B4-BE49-F238E27FC236}">
                <a16:creationId xmlns:a16="http://schemas.microsoft.com/office/drawing/2014/main" id="{16B8787C-D05F-4917-AEF4-5C6EDDFA0262}"/>
              </a:ext>
            </a:extLst>
          </p:cNvPr>
          <p:cNvSpPr/>
          <p:nvPr/>
        </p:nvSpPr>
        <p:spPr>
          <a:xfrm>
            <a:off x="579" y="1822862"/>
            <a:ext cx="8603092" cy="40259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80A710FF-E337-4594-BE0F-E1DC729C6982}"/>
              </a:ext>
            </a:extLst>
          </p:cNvPr>
          <p:cNvSpPr txBox="1"/>
          <p:nvPr/>
        </p:nvSpPr>
        <p:spPr>
          <a:xfrm>
            <a:off x="6864350" y="1432535"/>
            <a:ext cx="161504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/>
              <a:t>로그인 </a:t>
            </a:r>
            <a:r>
              <a:rPr lang="en-US" altLang="ko-KR" sz="1400" dirty="0"/>
              <a:t>| </a:t>
            </a:r>
            <a:r>
              <a:rPr lang="ko-KR" altLang="en-US" sz="1400" dirty="0"/>
              <a:t>회원가입</a:t>
            </a:r>
          </a:p>
        </p:txBody>
      </p:sp>
    </p:spTree>
    <p:extLst>
      <p:ext uri="{BB962C8B-B14F-4D97-AF65-F5344CB8AC3E}">
        <p14:creationId xmlns:p14="http://schemas.microsoft.com/office/powerpoint/2010/main" val="20233755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1C198DA1-F73E-4D1D-A031-D1055E458F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20469234"/>
              </p:ext>
            </p:extLst>
          </p:nvPr>
        </p:nvGraphicFramePr>
        <p:xfrm>
          <a:off x="0" y="0"/>
          <a:ext cx="12192000" cy="1180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123475387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004153989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883161656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4028058097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67364956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53609639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프로젝트 명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화면코드</a:t>
                      </a: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메인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header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버전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79480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작성자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 err="1">
                          <a:solidFill>
                            <a:schemeClr val="tx1"/>
                          </a:solidFill>
                        </a:rPr>
                        <a:t>최도윤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일자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2026-02-12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3361103"/>
                  </a:ext>
                </a:extLst>
              </a:tr>
              <a:tr h="370840">
                <a:tc gridSpan="6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: </a:t>
                      </a:r>
                      <a:r>
                        <a:rPr lang="ko-KR" altLang="en-US" sz="1400" dirty="0"/>
                        <a:t>이력서 탐색 및 점수를 기반한 약점 예상 문제 생성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4574611"/>
                  </a:ext>
                </a:extLst>
              </a:tr>
            </a:tbl>
          </a:graphicData>
        </a:graphic>
      </p:graphicFrame>
      <p:graphicFrame>
        <p:nvGraphicFramePr>
          <p:cNvPr id="5" name="표 5">
            <a:extLst>
              <a:ext uri="{FF2B5EF4-FFF2-40B4-BE49-F238E27FC236}">
                <a16:creationId xmlns:a16="http://schemas.microsoft.com/office/drawing/2014/main" id="{5917CB83-5C81-453A-B5A9-EA01804B5A3C}"/>
              </a:ext>
            </a:extLst>
          </p:cNvPr>
          <p:cNvGraphicFramePr>
            <a:graphicFrameLocks noGrp="1"/>
          </p:cNvGraphicFramePr>
          <p:nvPr/>
        </p:nvGraphicFramePr>
        <p:xfrm>
          <a:off x="8603672" y="1180080"/>
          <a:ext cx="3588327" cy="567791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7787">
                  <a:extLst>
                    <a:ext uri="{9D8B030D-6E8A-4147-A177-3AD203B41FA5}">
                      <a16:colId xmlns:a16="http://schemas.microsoft.com/office/drawing/2014/main" val="1896535590"/>
                    </a:ext>
                  </a:extLst>
                </a:gridCol>
                <a:gridCol w="3230540">
                  <a:extLst>
                    <a:ext uri="{9D8B030D-6E8A-4147-A177-3AD203B41FA5}">
                      <a16:colId xmlns:a16="http://schemas.microsoft.com/office/drawing/2014/main" val="3912093707"/>
                    </a:ext>
                  </a:extLst>
                </a:gridCol>
              </a:tblGrid>
              <a:tr h="515256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description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1504006"/>
                  </a:ext>
                </a:extLst>
              </a:tr>
              <a:tr h="737523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헤더</a:t>
                      </a:r>
                      <a:endParaRPr lang="en-US" altLang="ko-KR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2309940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1.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en-US" altLang="ko-KR" sz="12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0031290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6392484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3286401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8858731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5017686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2041676"/>
                  </a:ext>
                </a:extLst>
              </a:tr>
            </a:tbl>
          </a:graphicData>
        </a:graphic>
      </p:graphicFrame>
      <p:sp>
        <p:nvSpPr>
          <p:cNvPr id="7" name="직사각형 6">
            <a:extLst>
              <a:ext uri="{FF2B5EF4-FFF2-40B4-BE49-F238E27FC236}">
                <a16:creationId xmlns:a16="http://schemas.microsoft.com/office/drawing/2014/main" id="{B030C018-A617-475B-9262-DD681A943439}"/>
              </a:ext>
            </a:extLst>
          </p:cNvPr>
          <p:cNvSpPr/>
          <p:nvPr/>
        </p:nvSpPr>
        <p:spPr>
          <a:xfrm>
            <a:off x="1615044" y="1186018"/>
            <a:ext cx="6988627" cy="642782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11296FE-16BA-4F12-B9DA-4ED3C920D19B}"/>
              </a:ext>
            </a:extLst>
          </p:cNvPr>
          <p:cNvSpPr/>
          <p:nvPr/>
        </p:nvSpPr>
        <p:spPr>
          <a:xfrm>
            <a:off x="0" y="1180080"/>
            <a:ext cx="1615044" cy="64278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로고</a:t>
            </a:r>
          </a:p>
        </p:txBody>
      </p:sp>
      <p:sp>
        <p:nvSpPr>
          <p:cNvPr id="54" name="직사각형 53">
            <a:extLst>
              <a:ext uri="{FF2B5EF4-FFF2-40B4-BE49-F238E27FC236}">
                <a16:creationId xmlns:a16="http://schemas.microsoft.com/office/drawing/2014/main" id="{16B8787C-D05F-4917-AEF4-5C6EDDFA0262}"/>
              </a:ext>
            </a:extLst>
          </p:cNvPr>
          <p:cNvSpPr/>
          <p:nvPr/>
        </p:nvSpPr>
        <p:spPr>
          <a:xfrm>
            <a:off x="579" y="1822862"/>
            <a:ext cx="8603092" cy="40259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80A710FF-E337-4594-BE0F-E1DC729C6982}"/>
              </a:ext>
            </a:extLst>
          </p:cNvPr>
          <p:cNvSpPr txBox="1"/>
          <p:nvPr/>
        </p:nvSpPr>
        <p:spPr>
          <a:xfrm>
            <a:off x="6864350" y="1432535"/>
            <a:ext cx="161504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/>
              <a:t>로그인 </a:t>
            </a:r>
            <a:r>
              <a:rPr lang="en-US" altLang="ko-KR" sz="1400" dirty="0"/>
              <a:t>| </a:t>
            </a:r>
            <a:r>
              <a:rPr lang="ko-KR" altLang="en-US" sz="1400" dirty="0"/>
              <a:t>회원가입</a:t>
            </a:r>
          </a:p>
        </p:txBody>
      </p:sp>
    </p:spTree>
    <p:extLst>
      <p:ext uri="{BB962C8B-B14F-4D97-AF65-F5344CB8AC3E}">
        <p14:creationId xmlns:p14="http://schemas.microsoft.com/office/powerpoint/2010/main" val="8074786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160</Words>
  <Application>Microsoft Office PowerPoint</Application>
  <PresentationFormat>와이드스크린</PresentationFormat>
  <Paragraphs>98</Paragraphs>
  <Slides>7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7</vt:i4>
      </vt:variant>
    </vt:vector>
  </HeadingPairs>
  <TitlesOfParts>
    <vt:vector size="10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User</dc:creator>
  <cp:lastModifiedBy>User</cp:lastModifiedBy>
  <cp:revision>2</cp:revision>
  <dcterms:created xsi:type="dcterms:W3CDTF">2026-02-12T08:11:40Z</dcterms:created>
  <dcterms:modified xsi:type="dcterms:W3CDTF">2026-02-13T00:24:19Z</dcterms:modified>
</cp:coreProperties>
</file>