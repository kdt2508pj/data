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9" r:id="rId3"/>
    <p:sldId id="263" r:id="rId4"/>
    <p:sldId id="264" r:id="rId5"/>
    <p:sldId id="265" r:id="rId6"/>
    <p:sldId id="266" r:id="rId7"/>
    <p:sldId id="267" r:id="rId8"/>
    <p:sldId id="268" r:id="rId9"/>
    <p:sldId id="270" r:id="rId10"/>
    <p:sldId id="271" r:id="rId11"/>
    <p:sldId id="272" r:id="rId12"/>
    <p:sldId id="273" r:id="rId13"/>
    <p:sldId id="274" r:id="rId14"/>
    <p:sldId id="275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348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546241947029349"/>
          <c:y val="0.31303201321267293"/>
          <c:w val="0.88765164771070282"/>
          <c:h val="0.53824347044634768"/>
        </c:manualLayout>
      </c:layout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Lit>
              <c:ptCount val="1"/>
              <c:pt idx="0">
                <c:v>1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Sheet1!$B$2:$B$5</c15:sqref>
                  </c15:fullRef>
                </c:ext>
              </c:extLst>
              <c:f>Sheet1!$B$2</c:f>
              <c:numCache>
                <c:formatCode>General</c:formatCode>
                <c:ptCount val="1"/>
                <c:pt idx="0">
                  <c:v>75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계열 1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1"/>
                      <c:pt idx="0">
                        <c:v>점수 변화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395B-4BDE-8016-F51469F138EF}"/>
            </c:ext>
          </c:extLst>
        </c:ser>
        <c:ser>
          <c:idx val="1"/>
          <c:order val="1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Lit>
              <c:ptCount val="1"/>
              <c:pt idx="0">
                <c:v>1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Sheet1!$C$2:$C$5</c15:sqref>
                  </c15:fullRef>
                </c:ext>
              </c:extLst>
              <c:f>Sheet1!$C$2</c:f>
              <c:numCache>
                <c:formatCode>General</c:formatCode>
                <c:ptCount val="1"/>
                <c:pt idx="0">
                  <c:v>80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계열 2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1"/>
                      <c:pt idx="0">
                        <c:v>점수 변화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1-395B-4BDE-8016-F51469F138EF}"/>
            </c:ext>
          </c:extLst>
        </c:ser>
        <c:ser>
          <c:idx val="2"/>
          <c:order val="2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Lit>
              <c:ptCount val="1"/>
              <c:pt idx="0">
                <c:v>1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Sheet1!$D$2:$D$5</c15:sqref>
                  </c15:fullRef>
                </c:ext>
              </c:extLst>
              <c:f>Sheet1!$D$2</c:f>
              <c:numCache>
                <c:formatCode>General</c:formatCode>
                <c:ptCount val="1"/>
                <c:pt idx="0">
                  <c:v>65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계열 3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1"/>
                      <c:pt idx="0">
                        <c:v>점수 변화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2-395B-4BDE-8016-F51469F138EF}"/>
            </c:ext>
          </c:extLst>
        </c:ser>
        <c:ser>
          <c:idx val="3"/>
          <c:order val="3"/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Lit>
              <c:ptCount val="1"/>
              <c:pt idx="0">
                <c:v>1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Sheet1!$E$2:$E$5</c15:sqref>
                  </c15:fullRef>
                </c:ext>
              </c:extLst>
              <c:f>Sheet1!$E$2</c:f>
              <c:numCache>
                <c:formatCode>General</c:formatCode>
                <c:ptCount val="1"/>
                <c:pt idx="0">
                  <c:v>80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계열 4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1"/>
                      <c:pt idx="0">
                        <c:v>점수 변화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4-395B-4BDE-8016-F51469F138EF}"/>
            </c:ext>
          </c:extLst>
        </c:ser>
        <c:ser>
          <c:idx val="4"/>
          <c:order val="4"/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Lit>
              <c:ptCount val="1"/>
              <c:pt idx="0">
                <c:v>1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Sheet1!$F$2:$F$5</c15:sqref>
                  </c15:fullRef>
                </c:ext>
              </c:extLst>
              <c:f>Sheet1!$F$2</c:f>
              <c:numCache>
                <c:formatCode>General</c:formatCode>
                <c:ptCount val="1"/>
                <c:pt idx="0">
                  <c:v>85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Sheet1!$F$1</c15:sqref>
                        </c15:formulaRef>
                      </c:ext>
                    </c:extLst>
                    <c:strCache>
                      <c:ptCount val="1"/>
                      <c:pt idx="0">
                        <c:v>계열 5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1"/>
                      <c:pt idx="0">
                        <c:v>점수 변화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5-395B-4BDE-8016-F51469F138EF}"/>
            </c:ext>
          </c:extLst>
        </c:ser>
        <c:ser>
          <c:idx val="5"/>
          <c:order val="5"/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Lit>
              <c:ptCount val="1"/>
              <c:pt idx="0">
                <c:v>1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Sheet1!$G$2:$G$5</c15:sqref>
                  </c15:fullRef>
                </c:ext>
              </c:extLst>
              <c:f>Sheet1!$G$2</c:f>
              <c:numCache>
                <c:formatCode>General</c:formatCode>
                <c:ptCount val="1"/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Sheet1!$G$1</c15:sqref>
                        </c15:formulaRef>
                      </c:ext>
                    </c:extLst>
                    <c:strCache>
                      <c:ptCount val="1"/>
                      <c:pt idx="0">
                        <c:v>계열 6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1"/>
                      <c:pt idx="0">
                        <c:v>점수 변화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6-395B-4BDE-8016-F51469F138EF}"/>
            </c:ext>
          </c:extLst>
        </c:ser>
        <c:ser>
          <c:idx val="6"/>
          <c:order val="6"/>
          <c:spPr>
            <a:gradFill rotWithShape="1">
              <a:gsLst>
                <a:gs pos="0">
                  <a:schemeClr val="accent1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Lit>
              <c:ptCount val="1"/>
              <c:pt idx="0">
                <c:v>1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Sheet1!$H$2:$H$5</c15:sqref>
                  </c15:fullRef>
                </c:ext>
              </c:extLst>
              <c:f>Sheet1!$H$2</c:f>
              <c:numCache>
                <c:formatCode>General</c:formatCode>
                <c:ptCount val="1"/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Sheet1!$H$1</c15:sqref>
                        </c15:formulaRef>
                      </c:ext>
                    </c:extLst>
                    <c:strCache>
                      <c:ptCount val="1"/>
                      <c:pt idx="0">
                        <c:v>계열 7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1"/>
                      <c:pt idx="0">
                        <c:v>점수 변화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7-395B-4BDE-8016-F51469F138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81679280"/>
        <c:axId val="281679696"/>
      </c:barChart>
      <c:catAx>
        <c:axId val="281679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81679696"/>
        <c:crosses val="autoZero"/>
        <c:auto val="1"/>
        <c:lblAlgn val="ctr"/>
        <c:lblOffset val="100"/>
        <c:noMultiLvlLbl val="0"/>
      </c:catAx>
      <c:valAx>
        <c:axId val="281679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81679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F8650A-EC72-4E9E-A679-9047E9FB2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4B7EB1-A956-4A2F-B2E7-5EA03DAB95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E1578A-A089-452A-955D-D8A30C596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CCC9-0F49-42EA-A7DB-25DF6FED5BB5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B29F5C-CE05-4C41-8430-163AD21D5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AACE7E-C134-4B5E-8A0C-F36A2592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072-2733-4782-95C8-38C21370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018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50AB77-0AE4-4620-B162-4BDEB5844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2372A7-DE99-450F-9370-6E497BABA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686345-AFC6-4173-B201-C23D7430A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CCC9-0F49-42EA-A7DB-25DF6FED5BB5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B1ADA6-DD22-4109-AAE9-3F2DA052A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C3AADB-C063-409A-9A63-E167BF162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072-2733-4782-95C8-38C21370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866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2F8BF9-3C0C-472E-9789-A7DD0AAB3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3EC81E-EA5E-40EA-A1FC-2DFC538D6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22D328-7A36-4B77-B969-ED479399A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CCC9-0F49-42EA-A7DB-25DF6FED5BB5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D61013-A78D-402E-B028-2CA73AEA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0F0322-C5EF-49F2-A92A-2B0C10B04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072-2733-4782-95C8-38C21370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466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C46B4-7634-4B64-8C12-C271DF068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202C71-2711-4A72-B15F-A628F5879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0BCB18-8C86-4B03-ABE2-6C00FE7B5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E5DCE0-E266-4D5B-AF42-99AA07B90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CCC9-0F49-42EA-A7DB-25DF6FED5BB5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036E8E-0268-40D0-A519-F9111B8A7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7EAADC-121F-4C76-A963-1C16A92C5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072-2733-4782-95C8-38C21370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035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F0CAA8-775F-4459-AC67-992CD525B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202B8E-F390-4AF2-91F4-43DBDF360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9235C96-56FF-4E82-BC20-789645A98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7B368E0-F380-4B6F-8B4A-5ABE0F0BE4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C0E0044-FED6-4C59-BFB3-3435F2EFE7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44D312C-D261-43C8-BC4A-B0935CF6C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CCC9-0F49-42EA-A7DB-25DF6FED5BB5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BF0CD9D-26C3-4675-A629-FC04056A1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C3B39B7-A52E-4E25-9361-F1297137E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072-2733-4782-95C8-38C21370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36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13420-E2BC-4DC9-9E8C-905592BE9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4EC7D3D-A55D-4744-93AC-48C53C388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CCC9-0F49-42EA-A7DB-25DF6FED5BB5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DA7B7D-B452-4758-8878-B07441E08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9B278A-85C1-4E50-AF5F-E7F3909F9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072-2733-4782-95C8-38C21370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258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4803900-096D-4FA4-B984-DF415292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CCC9-0F49-42EA-A7DB-25DF6FED5BB5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91B0B01-26F7-409E-A343-2197043EC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DFBCDE-CFF6-4B21-97EF-8154B6109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072-2733-4782-95C8-38C21370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350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B265FB-09E5-47CA-973F-C9071AEC7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46E475-58E6-4E36-B90C-CA89C2295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B4CB6A-1EDE-4A99-8605-A56DA5120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F76DD1-69B4-480D-8FB2-BFE279372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CCC9-0F49-42EA-A7DB-25DF6FED5BB5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B20034-6614-41B2-92F8-26DCAF5A5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1E86D7-1F9F-4D22-917A-94C68042B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072-2733-4782-95C8-38C21370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4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AAE297-99AD-4CC7-8232-9ED4F73A2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DC1CD5B-E4E1-4BDF-9E27-0FA45CE0DC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1F50E8-5C66-4008-9463-8B9AD720C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F0833D-9C3B-41A5-81EC-E79AA7A8D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CCC9-0F49-42EA-A7DB-25DF6FED5BB5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19DC02-BE76-4D6B-8FB3-D762F576D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E10C3E-E810-4931-977A-C0BDBA64E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072-2733-4782-95C8-38C21370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019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89D307-0979-4BBF-A5E9-C0B4D9404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196B3D-B713-4C2F-A640-C52A938F7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B383B9-9E6A-42A0-8E11-8DB2DAB15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CCC9-0F49-42EA-A7DB-25DF6FED5BB5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A944F5-FCC1-42C9-9F84-6C1ACA480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C49FAC-472C-44BE-B417-993B7563D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072-2733-4782-95C8-38C21370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628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367FF51-35CD-4934-8A4C-D3053B0AFB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BBF3C8-F71D-4947-A0D4-F1DE2F4BEE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645651-9CDA-4D48-B9D4-F6750CB54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CCC9-0F49-42EA-A7DB-25DF6FED5BB5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6E91E4-6405-4046-A9DB-50F2B5AA8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3E4308-9ED2-4A89-A274-A4D2A50E5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072-2733-4782-95C8-38C21370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204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BD1F7E0-0496-47A9-A771-15D9C3D97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0DD1A2-D404-48D2-8CE1-43CE4B93A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F91CB8-4297-46B9-8857-5E009446E3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2CCC9-0F49-42EA-A7DB-25DF6FED5BB5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504035-573F-4AA9-8F0F-D05B9C65C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4CA0D6-38EF-4126-982A-9C5356591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51072-2733-4782-95C8-38C21370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1768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278701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업로드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관리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이력서가 없을 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828679"/>
              </p:ext>
            </p:extLst>
          </p:nvPr>
        </p:nvGraphicFramePr>
        <p:xfrm>
          <a:off x="8603672" y="1180080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이력서 업로드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이력서가 없을 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제출된 이력서가 없을 시 이력서 제출폼이 출력된다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/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파일 선택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업로드 창이 나온다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9D4798-A0B2-4B54-BC75-EB4AB17E31D5}"/>
              </a:ext>
            </a:extLst>
          </p:cNvPr>
          <p:cNvSpPr txBox="1"/>
          <p:nvPr/>
        </p:nvSpPr>
        <p:spPr>
          <a:xfrm>
            <a:off x="312882" y="2096312"/>
            <a:ext cx="2980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이력서 업로드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16998E-9A86-4D1E-943C-8B4E3C48D2EF}"/>
              </a:ext>
            </a:extLst>
          </p:cNvPr>
          <p:cNvSpPr txBox="1"/>
          <p:nvPr/>
        </p:nvSpPr>
        <p:spPr>
          <a:xfrm>
            <a:off x="1163781" y="2884898"/>
            <a:ext cx="5498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PDF, DOC, DOCX </a:t>
            </a:r>
            <a:r>
              <a:rPr lang="ko-KR" altLang="en-US" sz="1100" dirty="0"/>
              <a:t>형식의 이력서를 업로드해주세요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911F85C-C1C1-4D7D-8AB8-05E18439EEFD}"/>
              </a:ext>
            </a:extLst>
          </p:cNvPr>
          <p:cNvSpPr/>
          <p:nvPr/>
        </p:nvSpPr>
        <p:spPr>
          <a:xfrm>
            <a:off x="1258784" y="3342904"/>
            <a:ext cx="6293922" cy="20825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FB9BF66-E0A4-4BF8-8499-D3D2910C1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4144488" y="3526005"/>
            <a:ext cx="493033" cy="49303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DE0B395-C30D-477A-B0F1-FB24DAB13821}"/>
              </a:ext>
            </a:extLst>
          </p:cNvPr>
          <p:cNvSpPr txBox="1"/>
          <p:nvPr/>
        </p:nvSpPr>
        <p:spPr>
          <a:xfrm>
            <a:off x="2440068" y="4104771"/>
            <a:ext cx="4109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파일을 </a:t>
            </a:r>
            <a:r>
              <a:rPr lang="ko-KR" altLang="en-US" dirty="0" err="1">
                <a:solidFill>
                  <a:schemeClr val="bg1"/>
                </a:solidFill>
              </a:rPr>
              <a:t>드래그하거나</a:t>
            </a:r>
            <a:r>
              <a:rPr lang="ko-KR" altLang="en-US" dirty="0">
                <a:solidFill>
                  <a:schemeClr val="bg1"/>
                </a:solidFill>
              </a:rPr>
              <a:t> 클릭하여 업로드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B0D2C3-2B59-4B37-BE45-E0B57F9B6B42}"/>
              </a:ext>
            </a:extLst>
          </p:cNvPr>
          <p:cNvSpPr txBox="1"/>
          <p:nvPr/>
        </p:nvSpPr>
        <p:spPr>
          <a:xfrm>
            <a:off x="3346862" y="4359351"/>
            <a:ext cx="5498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</a:rPr>
              <a:t>PDF, DOC, DOCX (</a:t>
            </a:r>
            <a:r>
              <a:rPr lang="ko-KR" altLang="en-US" sz="1100" dirty="0">
                <a:solidFill>
                  <a:schemeClr val="bg1"/>
                </a:solidFill>
              </a:rPr>
              <a:t>최대 </a:t>
            </a:r>
            <a:r>
              <a:rPr lang="en-US" altLang="ko-KR" sz="1100" dirty="0">
                <a:solidFill>
                  <a:schemeClr val="bg1"/>
                </a:solidFill>
              </a:rPr>
              <a:t>10MB)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16C4C10-AAF9-4475-8825-48C94EF0F1D8}"/>
              </a:ext>
            </a:extLst>
          </p:cNvPr>
          <p:cNvSpPr/>
          <p:nvPr/>
        </p:nvSpPr>
        <p:spPr>
          <a:xfrm>
            <a:off x="3509158" y="4868883"/>
            <a:ext cx="1442852" cy="308759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파일 선택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22E8BE-64F4-4D8C-AE6A-0F810517E4C3}"/>
              </a:ext>
            </a:extLst>
          </p:cNvPr>
          <p:cNvSpPr/>
          <p:nvPr/>
        </p:nvSpPr>
        <p:spPr>
          <a:xfrm>
            <a:off x="1163781" y="3176649"/>
            <a:ext cx="368136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7478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762698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분석 대기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분석 대기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361562"/>
              </p:ext>
            </p:extLst>
          </p:nvPr>
        </p:nvGraphicFramePr>
        <p:xfrm>
          <a:off x="8627382" y="1174554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이력서 분석 대기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제출된 이력서를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에게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분석시키는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과정에서 나오는 페이지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CA76A8-4800-48ED-8E56-958CEDC36DCA}"/>
              </a:ext>
            </a:extLst>
          </p:cNvPr>
          <p:cNvSpPr txBox="1"/>
          <p:nvPr/>
        </p:nvSpPr>
        <p:spPr>
          <a:xfrm>
            <a:off x="807522" y="3304876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점수 변화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924E04C-0892-456B-AABC-6CEA038B284F}"/>
              </a:ext>
            </a:extLst>
          </p:cNvPr>
          <p:cNvSpPr/>
          <p:nvPr/>
        </p:nvSpPr>
        <p:spPr>
          <a:xfrm>
            <a:off x="1003300" y="2889250"/>
            <a:ext cx="5962650" cy="2844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이력서를 분석 중입니다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1A7A195-9AC8-4647-83E2-FC7037EFC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445" y="4620352"/>
            <a:ext cx="3731005" cy="645751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4335194C-DA6C-4140-9616-65D47B7FF2FA}"/>
              </a:ext>
            </a:extLst>
          </p:cNvPr>
          <p:cNvSpPr/>
          <p:nvPr/>
        </p:nvSpPr>
        <p:spPr>
          <a:xfrm>
            <a:off x="979589" y="2740916"/>
            <a:ext cx="351687" cy="33575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2678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65676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관리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이력서가 있을 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088730"/>
              </p:ext>
            </p:extLst>
          </p:nvPr>
        </p:nvGraphicFramePr>
        <p:xfrm>
          <a:off x="8603672" y="1180080"/>
          <a:ext cx="3588327" cy="5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6695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95834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이력서 관리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이력서가 있을 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7985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제출된 이력서의 간단 정보 제공</a:t>
                      </a:r>
                      <a:endParaRPr lang="en-US" altLang="ko-KR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en-US" altLang="ko-KR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이력서 이름 우측 쓰레기통 아이콘을 통해 이력서 삭제를 </a:t>
                      </a:r>
                      <a:r>
                        <a:rPr lang="ko-KR" altLang="en-US" sz="9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할수</a:t>
                      </a:r>
                      <a:r>
                        <a:rPr lang="ko-KR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있다</a:t>
                      </a:r>
                      <a:r>
                        <a:rPr lang="en-US" altLang="ko-KR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이력서 이름</a:t>
                      </a:r>
                      <a:endParaRPr lang="en-US" altLang="ko-KR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이력서 용량</a:t>
                      </a:r>
                      <a:endParaRPr lang="en-US" altLang="ko-KR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포지션</a:t>
                      </a:r>
                      <a:endParaRPr lang="en-US" altLang="ko-KR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경력</a:t>
                      </a:r>
                      <a:endParaRPr lang="en-US" altLang="ko-KR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기술</a:t>
                      </a:r>
                      <a:endParaRPr lang="en-US" altLang="ko-KR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</a:t>
                      </a:r>
                      <a:r>
                        <a:rPr lang="en-US" altLang="ko-KR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LLM</a:t>
                      </a:r>
                      <a:r>
                        <a:rPr lang="ko-KR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활용하여 추출한 내용을 보여준다</a:t>
                      </a:r>
                      <a:r>
                        <a:rPr lang="en-US" altLang="ko-KR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연습횟수</a:t>
                      </a:r>
                      <a:endParaRPr lang="en-US" altLang="ko-KR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마지막 사용</a:t>
                      </a:r>
                      <a:endParaRPr lang="en-US" altLang="ko-KR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은 </a:t>
                      </a:r>
                      <a:r>
                        <a:rPr lang="en-US" altLang="ko-KR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</a:t>
                      </a:r>
                      <a:r>
                        <a:rPr lang="ko-KR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정보를 읽어와 사용한다</a:t>
                      </a:r>
                      <a:r>
                        <a:rPr lang="en-US" altLang="ko-KR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상세 보기 버튼 </a:t>
                      </a:r>
                      <a:r>
                        <a:rPr lang="ko-KR" altLang="en-US" sz="9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상세 페이지로 이동한다</a:t>
                      </a:r>
                      <a:r>
                        <a:rPr lang="en-US" altLang="ko-KR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723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이력서는 한 화면에 최대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개까지 보여주고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개를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초과할시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스크롤로 옆을 넘긴다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정렬은 마지막 사용 기준으로 왼쪽부터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  <a:tr h="4791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새로운 이력서를 등록할 수 있다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버튼을 클릭하면 업로드 창이 나온다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48860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F775C1-B232-4A12-B721-950F451D5E45}"/>
              </a:ext>
            </a:extLst>
          </p:cNvPr>
          <p:cNvSpPr txBox="1"/>
          <p:nvPr/>
        </p:nvSpPr>
        <p:spPr>
          <a:xfrm>
            <a:off x="332510" y="2096312"/>
            <a:ext cx="2980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이력서 관리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FF2626-19B1-4E25-A3B0-EC7EDE8D904B}"/>
              </a:ext>
            </a:extLst>
          </p:cNvPr>
          <p:cNvSpPr txBox="1"/>
          <p:nvPr/>
        </p:nvSpPr>
        <p:spPr>
          <a:xfrm>
            <a:off x="356259" y="2417266"/>
            <a:ext cx="54982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</a:t>
            </a:r>
            <a:r>
              <a:rPr lang="ko-KR" altLang="en-US" sz="1100" dirty="0"/>
              <a:t>개의 이력서가 등록되어 있습니다</a:t>
            </a:r>
            <a:r>
              <a:rPr lang="en-US" altLang="ko-KR" sz="1100" dirty="0"/>
              <a:t>.</a:t>
            </a:r>
            <a:endParaRPr lang="ko-KR" altLang="en-US" dirty="0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B7A6238B-DDF9-4D4B-87B8-CA864C5D1CC3}"/>
              </a:ext>
            </a:extLst>
          </p:cNvPr>
          <p:cNvGrpSpPr/>
          <p:nvPr/>
        </p:nvGrpSpPr>
        <p:grpSpPr>
          <a:xfrm>
            <a:off x="288291" y="2849881"/>
            <a:ext cx="2595879" cy="3188969"/>
            <a:chOff x="426720" y="3027680"/>
            <a:chExt cx="2791493" cy="3432497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B0ABE067-02AB-4354-B7C6-01584592B0DB}"/>
                </a:ext>
              </a:extLst>
            </p:cNvPr>
            <p:cNvSpPr/>
            <p:nvPr/>
          </p:nvSpPr>
          <p:spPr>
            <a:xfrm>
              <a:off x="510639" y="3108426"/>
              <a:ext cx="2707574" cy="335175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650365D-A037-4320-8A2D-ED7FA4CA63C4}"/>
                </a:ext>
              </a:extLst>
            </p:cNvPr>
            <p:cNvSpPr txBox="1"/>
            <p:nvPr/>
          </p:nvSpPr>
          <p:spPr>
            <a:xfrm>
              <a:off x="1006434" y="3248613"/>
              <a:ext cx="16328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이력서 </a:t>
              </a:r>
              <a:r>
                <a:rPr lang="en-US" altLang="ko-KR" dirty="0">
                  <a:solidFill>
                    <a:schemeClr val="bg1"/>
                  </a:solidFill>
                </a:rPr>
                <a:t>1.pdf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F2E9C36-F2BB-480C-AC53-8DD736D030C5}"/>
                </a:ext>
              </a:extLst>
            </p:cNvPr>
            <p:cNvSpPr txBox="1"/>
            <p:nvPr/>
          </p:nvSpPr>
          <p:spPr>
            <a:xfrm>
              <a:off x="1006433" y="3562627"/>
              <a:ext cx="1751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>
                  <a:solidFill>
                    <a:schemeClr val="bg1"/>
                  </a:solidFill>
                </a:rPr>
                <a:t>2.5MB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3B2FD7E-FDB1-4254-AC3E-95CEDB099445}"/>
                </a:ext>
              </a:extLst>
            </p:cNvPr>
            <p:cNvSpPr txBox="1"/>
            <p:nvPr/>
          </p:nvSpPr>
          <p:spPr>
            <a:xfrm>
              <a:off x="587830" y="3873490"/>
              <a:ext cx="684258" cy="281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포지션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189C472-0872-4508-84A0-B01FB967262C}"/>
                </a:ext>
              </a:extLst>
            </p:cNvPr>
            <p:cNvSpPr txBox="1"/>
            <p:nvPr/>
          </p:nvSpPr>
          <p:spPr>
            <a:xfrm>
              <a:off x="590799" y="4210587"/>
              <a:ext cx="1751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경력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2DF9B11-D998-40C1-BD67-481E45D85AD9}"/>
                </a:ext>
              </a:extLst>
            </p:cNvPr>
            <p:cNvSpPr txBox="1"/>
            <p:nvPr/>
          </p:nvSpPr>
          <p:spPr>
            <a:xfrm>
              <a:off x="581893" y="4530413"/>
              <a:ext cx="1751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기술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57A0FD9-D196-4118-BE94-9F5A03C687B5}"/>
                </a:ext>
              </a:extLst>
            </p:cNvPr>
            <p:cNvSpPr txBox="1"/>
            <p:nvPr/>
          </p:nvSpPr>
          <p:spPr>
            <a:xfrm>
              <a:off x="2112065" y="3873490"/>
              <a:ext cx="908228" cy="272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>
                  <a:solidFill>
                    <a:schemeClr val="bg1"/>
                  </a:solidFill>
                </a:rPr>
                <a:t>AI </a:t>
              </a:r>
              <a:r>
                <a:rPr lang="ko-KR" altLang="en-US" sz="1100" dirty="0">
                  <a:solidFill>
                    <a:schemeClr val="bg1"/>
                  </a:solidFill>
                </a:rPr>
                <a:t>개발자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9DA52AA-9581-45FB-8271-8EB710B7DFD6}"/>
                </a:ext>
              </a:extLst>
            </p:cNvPr>
            <p:cNvSpPr txBox="1"/>
            <p:nvPr/>
          </p:nvSpPr>
          <p:spPr>
            <a:xfrm>
              <a:off x="2086264" y="4187049"/>
              <a:ext cx="934026" cy="272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>
                  <a:solidFill>
                    <a:schemeClr val="bg1"/>
                  </a:solidFill>
                </a:rPr>
                <a:t>0</a:t>
              </a:r>
              <a:r>
                <a:rPr lang="ko-KR" altLang="en-US" sz="1100" dirty="0">
                  <a:solidFill>
                    <a:schemeClr val="bg1"/>
                  </a:solidFill>
                </a:rPr>
                <a:t>년 </a:t>
              </a:r>
              <a:r>
                <a:rPr lang="en-US" altLang="ko-KR" sz="1100" dirty="0">
                  <a:solidFill>
                    <a:schemeClr val="bg1"/>
                  </a:solidFill>
                </a:rPr>
                <a:t>(</a:t>
              </a:r>
              <a:r>
                <a:rPr lang="ko-KR" altLang="en-US" sz="1100" dirty="0">
                  <a:solidFill>
                    <a:schemeClr val="bg1"/>
                  </a:solidFill>
                </a:rPr>
                <a:t>신입</a:t>
              </a:r>
              <a:r>
                <a:rPr lang="en-US" altLang="ko-KR" sz="1100" dirty="0">
                  <a:solidFill>
                    <a:schemeClr val="bg1"/>
                  </a:solidFill>
                </a:rPr>
                <a:t>)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905CD8C7-D68D-4F7C-831C-A48208652275}"/>
                </a:ext>
              </a:extLst>
            </p:cNvPr>
            <p:cNvSpPr/>
            <p:nvPr/>
          </p:nvSpPr>
          <p:spPr>
            <a:xfrm>
              <a:off x="584226" y="4880759"/>
              <a:ext cx="554541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err="1"/>
                <a:t>Mysql</a:t>
              </a:r>
              <a:endParaRPr lang="ko-KR" altLang="en-US" sz="800" dirty="0"/>
            </a:p>
          </p:txBody>
        </p: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651A1040-FF3F-48DC-9644-4100C8B117F0}"/>
                </a:ext>
              </a:extLst>
            </p:cNvPr>
            <p:cNvSpPr/>
            <p:nvPr/>
          </p:nvSpPr>
          <p:spPr>
            <a:xfrm>
              <a:off x="1213398" y="4874573"/>
              <a:ext cx="613285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Python</a:t>
              </a:r>
              <a:endParaRPr lang="ko-KR" altLang="en-US" sz="800" dirty="0"/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14BA0A49-5893-4386-9B74-F0AC79CBB955}"/>
                </a:ext>
              </a:extLst>
            </p:cNvPr>
            <p:cNvSpPr/>
            <p:nvPr/>
          </p:nvSpPr>
          <p:spPr>
            <a:xfrm>
              <a:off x="1901314" y="4874573"/>
              <a:ext cx="737977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err="1"/>
                <a:t>streamlit</a:t>
              </a:r>
              <a:endParaRPr lang="ko-KR" altLang="en-US" sz="800" dirty="0"/>
            </a:p>
          </p:txBody>
        </p:sp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3E4675D9-A416-4189-8802-CD64D2A0AE85}"/>
                </a:ext>
              </a:extLst>
            </p:cNvPr>
            <p:cNvSpPr/>
            <p:nvPr/>
          </p:nvSpPr>
          <p:spPr>
            <a:xfrm>
              <a:off x="2682363" y="4874573"/>
              <a:ext cx="416436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+2</a:t>
              </a:r>
              <a:endParaRPr lang="ko-KR" altLang="en-US" sz="10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1401D60-30FE-4B35-88AD-93FA24843E36}"/>
                </a:ext>
              </a:extLst>
            </p:cNvPr>
            <p:cNvSpPr txBox="1"/>
            <p:nvPr/>
          </p:nvSpPr>
          <p:spPr>
            <a:xfrm>
              <a:off x="546868" y="5192808"/>
              <a:ext cx="1751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연습 횟수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D64931A-26E1-4E06-83D4-2143A442758D}"/>
                </a:ext>
              </a:extLst>
            </p:cNvPr>
            <p:cNvSpPr txBox="1"/>
            <p:nvPr/>
          </p:nvSpPr>
          <p:spPr>
            <a:xfrm>
              <a:off x="546868" y="5557087"/>
              <a:ext cx="17516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chemeClr val="bg1"/>
                  </a:solidFill>
                </a:rPr>
                <a:t>마지막 사용 </a:t>
              </a:r>
              <a:r>
                <a:rPr lang="en-US" altLang="ko-KR" sz="800" dirty="0">
                  <a:solidFill>
                    <a:schemeClr val="bg1"/>
                  </a:solidFill>
                </a:rPr>
                <a:t>: 2026-02-19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4477A2F-F00C-4A2E-8DA0-4A7E4B0B99D5}"/>
                </a:ext>
              </a:extLst>
            </p:cNvPr>
            <p:cNvSpPr txBox="1"/>
            <p:nvPr/>
          </p:nvSpPr>
          <p:spPr>
            <a:xfrm>
              <a:off x="2620736" y="5164612"/>
              <a:ext cx="47806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>
                  <a:solidFill>
                    <a:schemeClr val="bg1"/>
                  </a:solidFill>
                </a:rPr>
                <a:t>5</a:t>
              </a:r>
              <a:r>
                <a:rPr lang="ko-KR" altLang="en-US" sz="1100" dirty="0">
                  <a:solidFill>
                    <a:schemeClr val="bg1"/>
                  </a:solidFill>
                </a:rPr>
                <a:t>회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E5B1ED50-A7DB-4E9A-93B4-575997EA33A6}"/>
                </a:ext>
              </a:extLst>
            </p:cNvPr>
            <p:cNvSpPr/>
            <p:nvPr/>
          </p:nvSpPr>
          <p:spPr>
            <a:xfrm>
              <a:off x="804909" y="5957180"/>
              <a:ext cx="2187529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상세 보기 </a:t>
              </a:r>
              <a:r>
                <a:rPr lang="en-US" altLang="ko-KR" sz="1000" dirty="0"/>
                <a:t>&gt;</a:t>
              </a:r>
              <a:endParaRPr lang="ko-KR" altLang="en-US" sz="1000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19D6641-BE6D-4042-A998-8BA613FA55EA}"/>
                </a:ext>
              </a:extLst>
            </p:cNvPr>
            <p:cNvSpPr/>
            <p:nvPr/>
          </p:nvSpPr>
          <p:spPr>
            <a:xfrm>
              <a:off x="426720" y="3027680"/>
              <a:ext cx="378189" cy="361397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CA9D42EB-B3A2-4A37-B745-52ACB9889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82364" y="3283227"/>
              <a:ext cx="279400" cy="279400"/>
            </a:xfrm>
            <a:prstGeom prst="rect">
              <a:avLst/>
            </a:prstGeom>
          </p:spPr>
        </p:pic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594CF816-D891-4D3C-97D1-A98E3868DC60}"/>
              </a:ext>
            </a:extLst>
          </p:cNvPr>
          <p:cNvGrpSpPr/>
          <p:nvPr/>
        </p:nvGrpSpPr>
        <p:grpSpPr>
          <a:xfrm>
            <a:off x="3084167" y="2920646"/>
            <a:ext cx="2517841" cy="3113952"/>
            <a:chOff x="510639" y="3108426"/>
            <a:chExt cx="2707574" cy="3351751"/>
          </a:xfrm>
        </p:grpSpPr>
        <p:sp>
          <p:nvSpPr>
            <p:cNvPr id="182" name="사각형: 둥근 모서리 181">
              <a:extLst>
                <a:ext uri="{FF2B5EF4-FFF2-40B4-BE49-F238E27FC236}">
                  <a16:creationId xmlns:a16="http://schemas.microsoft.com/office/drawing/2014/main" id="{A825A5A7-8553-4089-86CD-F99F1C32BFF1}"/>
                </a:ext>
              </a:extLst>
            </p:cNvPr>
            <p:cNvSpPr/>
            <p:nvPr/>
          </p:nvSpPr>
          <p:spPr>
            <a:xfrm>
              <a:off x="510639" y="3108426"/>
              <a:ext cx="2707574" cy="335175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DEDCC569-A10A-41AC-87E7-0270C3AB7392}"/>
                </a:ext>
              </a:extLst>
            </p:cNvPr>
            <p:cNvSpPr txBox="1"/>
            <p:nvPr/>
          </p:nvSpPr>
          <p:spPr>
            <a:xfrm>
              <a:off x="1006434" y="3248613"/>
              <a:ext cx="16328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이력서 </a:t>
              </a:r>
              <a:r>
                <a:rPr lang="en-US" altLang="ko-KR" dirty="0">
                  <a:solidFill>
                    <a:schemeClr val="bg1"/>
                  </a:solidFill>
                </a:rPr>
                <a:t>1.pdf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EA077DCA-FBCD-4FED-9301-196313FCFE2E}"/>
                </a:ext>
              </a:extLst>
            </p:cNvPr>
            <p:cNvSpPr txBox="1"/>
            <p:nvPr/>
          </p:nvSpPr>
          <p:spPr>
            <a:xfrm>
              <a:off x="1006433" y="3562627"/>
              <a:ext cx="1751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>
                  <a:solidFill>
                    <a:schemeClr val="bg1"/>
                  </a:solidFill>
                </a:rPr>
                <a:t>2.5MB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CDA22A62-6890-40BE-96DF-96BAF29D0F1F}"/>
                </a:ext>
              </a:extLst>
            </p:cNvPr>
            <p:cNvSpPr txBox="1"/>
            <p:nvPr/>
          </p:nvSpPr>
          <p:spPr>
            <a:xfrm>
              <a:off x="587830" y="3873490"/>
              <a:ext cx="684258" cy="281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포지션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93227C96-D98C-4A47-8370-C5E36000DA60}"/>
                </a:ext>
              </a:extLst>
            </p:cNvPr>
            <p:cNvSpPr txBox="1"/>
            <p:nvPr/>
          </p:nvSpPr>
          <p:spPr>
            <a:xfrm>
              <a:off x="590799" y="4210587"/>
              <a:ext cx="1751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경력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5C1C5E68-31F0-40C0-BE93-CBDF74197CBD}"/>
                </a:ext>
              </a:extLst>
            </p:cNvPr>
            <p:cNvSpPr txBox="1"/>
            <p:nvPr/>
          </p:nvSpPr>
          <p:spPr>
            <a:xfrm>
              <a:off x="581893" y="4530413"/>
              <a:ext cx="1751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기술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1639066D-8591-4B2C-9DA9-1A419D2366EB}"/>
                </a:ext>
              </a:extLst>
            </p:cNvPr>
            <p:cNvSpPr txBox="1"/>
            <p:nvPr/>
          </p:nvSpPr>
          <p:spPr>
            <a:xfrm>
              <a:off x="2112065" y="3873490"/>
              <a:ext cx="908228" cy="272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>
                  <a:solidFill>
                    <a:schemeClr val="bg1"/>
                  </a:solidFill>
                </a:rPr>
                <a:t>AI </a:t>
              </a:r>
              <a:r>
                <a:rPr lang="ko-KR" altLang="en-US" sz="1100" dirty="0">
                  <a:solidFill>
                    <a:schemeClr val="bg1"/>
                  </a:solidFill>
                </a:rPr>
                <a:t>개발자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263130A3-3589-4DEE-8859-5AB7D2FED380}"/>
                </a:ext>
              </a:extLst>
            </p:cNvPr>
            <p:cNvSpPr txBox="1"/>
            <p:nvPr/>
          </p:nvSpPr>
          <p:spPr>
            <a:xfrm>
              <a:off x="2086264" y="4187049"/>
              <a:ext cx="934026" cy="272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>
                  <a:solidFill>
                    <a:schemeClr val="bg1"/>
                  </a:solidFill>
                </a:rPr>
                <a:t>0</a:t>
              </a:r>
              <a:r>
                <a:rPr lang="ko-KR" altLang="en-US" sz="1100" dirty="0">
                  <a:solidFill>
                    <a:schemeClr val="bg1"/>
                  </a:solidFill>
                </a:rPr>
                <a:t>년 </a:t>
              </a:r>
              <a:r>
                <a:rPr lang="en-US" altLang="ko-KR" sz="1100" dirty="0">
                  <a:solidFill>
                    <a:schemeClr val="bg1"/>
                  </a:solidFill>
                </a:rPr>
                <a:t>(</a:t>
              </a:r>
              <a:r>
                <a:rPr lang="ko-KR" altLang="en-US" sz="1100" dirty="0">
                  <a:solidFill>
                    <a:schemeClr val="bg1"/>
                  </a:solidFill>
                </a:rPr>
                <a:t>신입</a:t>
              </a:r>
              <a:r>
                <a:rPr lang="en-US" altLang="ko-KR" sz="1100" dirty="0">
                  <a:solidFill>
                    <a:schemeClr val="bg1"/>
                  </a:solidFill>
                </a:rPr>
                <a:t>)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90" name="사각형: 둥근 모서리 189">
              <a:extLst>
                <a:ext uri="{FF2B5EF4-FFF2-40B4-BE49-F238E27FC236}">
                  <a16:creationId xmlns:a16="http://schemas.microsoft.com/office/drawing/2014/main" id="{B21074CD-B201-416D-9082-E9E5AF297920}"/>
                </a:ext>
              </a:extLst>
            </p:cNvPr>
            <p:cNvSpPr/>
            <p:nvPr/>
          </p:nvSpPr>
          <p:spPr>
            <a:xfrm>
              <a:off x="584226" y="4880759"/>
              <a:ext cx="554541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err="1"/>
                <a:t>Mysql</a:t>
              </a:r>
              <a:endParaRPr lang="ko-KR" altLang="en-US" sz="800" dirty="0"/>
            </a:p>
          </p:txBody>
        </p:sp>
        <p:sp>
          <p:nvSpPr>
            <p:cNvPr id="191" name="사각형: 둥근 모서리 190">
              <a:extLst>
                <a:ext uri="{FF2B5EF4-FFF2-40B4-BE49-F238E27FC236}">
                  <a16:creationId xmlns:a16="http://schemas.microsoft.com/office/drawing/2014/main" id="{2894B471-A39D-4356-A88B-1CB69E1FA769}"/>
                </a:ext>
              </a:extLst>
            </p:cNvPr>
            <p:cNvSpPr/>
            <p:nvPr/>
          </p:nvSpPr>
          <p:spPr>
            <a:xfrm>
              <a:off x="1213398" y="4874573"/>
              <a:ext cx="613285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Python</a:t>
              </a:r>
              <a:endParaRPr lang="ko-KR" altLang="en-US" sz="800" dirty="0"/>
            </a:p>
          </p:txBody>
        </p:sp>
        <p:sp>
          <p:nvSpPr>
            <p:cNvPr id="192" name="사각형: 둥근 모서리 191">
              <a:extLst>
                <a:ext uri="{FF2B5EF4-FFF2-40B4-BE49-F238E27FC236}">
                  <a16:creationId xmlns:a16="http://schemas.microsoft.com/office/drawing/2014/main" id="{42A858C5-3AD8-4041-891A-D884FBD0251F}"/>
                </a:ext>
              </a:extLst>
            </p:cNvPr>
            <p:cNvSpPr/>
            <p:nvPr/>
          </p:nvSpPr>
          <p:spPr>
            <a:xfrm>
              <a:off x="1901314" y="4874573"/>
              <a:ext cx="737977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err="1"/>
                <a:t>streamlit</a:t>
              </a:r>
              <a:endParaRPr lang="ko-KR" altLang="en-US" sz="800" dirty="0"/>
            </a:p>
          </p:txBody>
        </p:sp>
        <p:sp>
          <p:nvSpPr>
            <p:cNvPr id="193" name="사각형: 둥근 모서리 192">
              <a:extLst>
                <a:ext uri="{FF2B5EF4-FFF2-40B4-BE49-F238E27FC236}">
                  <a16:creationId xmlns:a16="http://schemas.microsoft.com/office/drawing/2014/main" id="{68C43D08-76D7-4E69-A42A-58A244542998}"/>
                </a:ext>
              </a:extLst>
            </p:cNvPr>
            <p:cNvSpPr/>
            <p:nvPr/>
          </p:nvSpPr>
          <p:spPr>
            <a:xfrm>
              <a:off x="2682363" y="4874573"/>
              <a:ext cx="416436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+2</a:t>
              </a:r>
              <a:endParaRPr lang="ko-KR" altLang="en-US" sz="1000" dirty="0"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DB8BC67E-F6B1-45A0-9FDC-83F2AF61BBD2}"/>
                </a:ext>
              </a:extLst>
            </p:cNvPr>
            <p:cNvSpPr txBox="1"/>
            <p:nvPr/>
          </p:nvSpPr>
          <p:spPr>
            <a:xfrm>
              <a:off x="546868" y="5192808"/>
              <a:ext cx="1751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연습 횟수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666F474D-120C-4E88-941C-09373E87CF7C}"/>
                </a:ext>
              </a:extLst>
            </p:cNvPr>
            <p:cNvSpPr txBox="1"/>
            <p:nvPr/>
          </p:nvSpPr>
          <p:spPr>
            <a:xfrm>
              <a:off x="546868" y="5557087"/>
              <a:ext cx="17516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chemeClr val="bg1"/>
                  </a:solidFill>
                </a:rPr>
                <a:t>마지막 사용 </a:t>
              </a:r>
              <a:r>
                <a:rPr lang="en-US" altLang="ko-KR" sz="800" dirty="0">
                  <a:solidFill>
                    <a:schemeClr val="bg1"/>
                  </a:solidFill>
                </a:rPr>
                <a:t>: 2026-02-19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0F99F05C-D733-49AB-A7D8-C994F9D21110}"/>
                </a:ext>
              </a:extLst>
            </p:cNvPr>
            <p:cNvSpPr txBox="1"/>
            <p:nvPr/>
          </p:nvSpPr>
          <p:spPr>
            <a:xfrm>
              <a:off x="2620736" y="5164612"/>
              <a:ext cx="47806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>
                  <a:solidFill>
                    <a:schemeClr val="bg1"/>
                  </a:solidFill>
                </a:rPr>
                <a:t>5</a:t>
              </a:r>
              <a:r>
                <a:rPr lang="ko-KR" altLang="en-US" sz="1100" dirty="0">
                  <a:solidFill>
                    <a:schemeClr val="bg1"/>
                  </a:solidFill>
                </a:rPr>
                <a:t>회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97" name="사각형: 둥근 모서리 196">
              <a:extLst>
                <a:ext uri="{FF2B5EF4-FFF2-40B4-BE49-F238E27FC236}">
                  <a16:creationId xmlns:a16="http://schemas.microsoft.com/office/drawing/2014/main" id="{11248AF7-1189-491F-B371-DEEA887B3734}"/>
                </a:ext>
              </a:extLst>
            </p:cNvPr>
            <p:cNvSpPr/>
            <p:nvPr/>
          </p:nvSpPr>
          <p:spPr>
            <a:xfrm>
              <a:off x="804909" y="5957180"/>
              <a:ext cx="2187529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상세 보기 </a:t>
              </a:r>
              <a:r>
                <a:rPr lang="en-US" altLang="ko-KR" sz="1000" dirty="0"/>
                <a:t>&gt;</a:t>
              </a:r>
              <a:endParaRPr lang="ko-KR" altLang="en-US" sz="1000" dirty="0"/>
            </a:p>
          </p:txBody>
        </p:sp>
        <p:pic>
          <p:nvPicPr>
            <p:cNvPr id="199" name="그림 198">
              <a:extLst>
                <a:ext uri="{FF2B5EF4-FFF2-40B4-BE49-F238E27FC236}">
                  <a16:creationId xmlns:a16="http://schemas.microsoft.com/office/drawing/2014/main" id="{D073265A-FF20-419E-AD75-9470556299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82364" y="3283227"/>
              <a:ext cx="279400" cy="279400"/>
            </a:xfrm>
            <a:prstGeom prst="rect">
              <a:avLst/>
            </a:prstGeom>
          </p:spPr>
        </p:pic>
      </p:grpSp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32AB6970-C535-4A7A-A634-1C2E476476E4}"/>
              </a:ext>
            </a:extLst>
          </p:cNvPr>
          <p:cNvGrpSpPr/>
          <p:nvPr/>
        </p:nvGrpSpPr>
        <p:grpSpPr>
          <a:xfrm>
            <a:off x="5776698" y="2930961"/>
            <a:ext cx="2517841" cy="3113952"/>
            <a:chOff x="510639" y="3108426"/>
            <a:chExt cx="2707574" cy="3351751"/>
          </a:xfrm>
        </p:grpSpPr>
        <p:sp>
          <p:nvSpPr>
            <p:cNvPr id="201" name="사각형: 둥근 모서리 200">
              <a:extLst>
                <a:ext uri="{FF2B5EF4-FFF2-40B4-BE49-F238E27FC236}">
                  <a16:creationId xmlns:a16="http://schemas.microsoft.com/office/drawing/2014/main" id="{008D1A20-F20A-4A2C-80D1-DA02859AE6C7}"/>
                </a:ext>
              </a:extLst>
            </p:cNvPr>
            <p:cNvSpPr/>
            <p:nvPr/>
          </p:nvSpPr>
          <p:spPr>
            <a:xfrm>
              <a:off x="510639" y="3108426"/>
              <a:ext cx="2707574" cy="335175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FB573E82-0EB8-4074-B0F6-1AAE9BD98090}"/>
                </a:ext>
              </a:extLst>
            </p:cNvPr>
            <p:cNvSpPr txBox="1"/>
            <p:nvPr/>
          </p:nvSpPr>
          <p:spPr>
            <a:xfrm>
              <a:off x="1006434" y="3248613"/>
              <a:ext cx="16328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이력서 </a:t>
              </a:r>
              <a:r>
                <a:rPr lang="en-US" altLang="ko-KR" dirty="0">
                  <a:solidFill>
                    <a:schemeClr val="bg1"/>
                  </a:solidFill>
                </a:rPr>
                <a:t>1.pdf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95AB0071-226A-4AFA-B2B4-9B5619968675}"/>
                </a:ext>
              </a:extLst>
            </p:cNvPr>
            <p:cNvSpPr txBox="1"/>
            <p:nvPr/>
          </p:nvSpPr>
          <p:spPr>
            <a:xfrm>
              <a:off x="1006433" y="3562627"/>
              <a:ext cx="1751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>
                  <a:solidFill>
                    <a:schemeClr val="bg1"/>
                  </a:solidFill>
                </a:rPr>
                <a:t>2.5MB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C613F593-E039-4F60-BC95-3D2678D7388F}"/>
                </a:ext>
              </a:extLst>
            </p:cNvPr>
            <p:cNvSpPr txBox="1"/>
            <p:nvPr/>
          </p:nvSpPr>
          <p:spPr>
            <a:xfrm>
              <a:off x="587830" y="3873490"/>
              <a:ext cx="684258" cy="281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포지션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ED10B74F-25F2-404A-A693-3B6C79130FFA}"/>
                </a:ext>
              </a:extLst>
            </p:cNvPr>
            <p:cNvSpPr txBox="1"/>
            <p:nvPr/>
          </p:nvSpPr>
          <p:spPr>
            <a:xfrm>
              <a:off x="590799" y="4210587"/>
              <a:ext cx="1751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경력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CAF89F90-9FAB-46FC-8BAD-130A7C8C1A27}"/>
                </a:ext>
              </a:extLst>
            </p:cNvPr>
            <p:cNvSpPr txBox="1"/>
            <p:nvPr/>
          </p:nvSpPr>
          <p:spPr>
            <a:xfrm>
              <a:off x="581893" y="4530413"/>
              <a:ext cx="1751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기술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E20ED7F1-BD75-471C-8E1D-4890FA1F8911}"/>
                </a:ext>
              </a:extLst>
            </p:cNvPr>
            <p:cNvSpPr txBox="1"/>
            <p:nvPr/>
          </p:nvSpPr>
          <p:spPr>
            <a:xfrm>
              <a:off x="2112065" y="3873490"/>
              <a:ext cx="908228" cy="272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>
                  <a:solidFill>
                    <a:schemeClr val="bg1"/>
                  </a:solidFill>
                </a:rPr>
                <a:t>AI </a:t>
              </a:r>
              <a:r>
                <a:rPr lang="ko-KR" altLang="en-US" sz="1100" dirty="0">
                  <a:solidFill>
                    <a:schemeClr val="bg1"/>
                  </a:solidFill>
                </a:rPr>
                <a:t>개발자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EA71E6DA-82B8-4347-931B-420E2902B056}"/>
                </a:ext>
              </a:extLst>
            </p:cNvPr>
            <p:cNvSpPr txBox="1"/>
            <p:nvPr/>
          </p:nvSpPr>
          <p:spPr>
            <a:xfrm>
              <a:off x="2086264" y="4187049"/>
              <a:ext cx="934026" cy="272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>
                  <a:solidFill>
                    <a:schemeClr val="bg1"/>
                  </a:solidFill>
                </a:rPr>
                <a:t>0</a:t>
              </a:r>
              <a:r>
                <a:rPr lang="ko-KR" altLang="en-US" sz="1100" dirty="0">
                  <a:solidFill>
                    <a:schemeClr val="bg1"/>
                  </a:solidFill>
                </a:rPr>
                <a:t>년 </a:t>
              </a:r>
              <a:r>
                <a:rPr lang="en-US" altLang="ko-KR" sz="1100" dirty="0">
                  <a:solidFill>
                    <a:schemeClr val="bg1"/>
                  </a:solidFill>
                </a:rPr>
                <a:t>(</a:t>
              </a:r>
              <a:r>
                <a:rPr lang="ko-KR" altLang="en-US" sz="1100" dirty="0">
                  <a:solidFill>
                    <a:schemeClr val="bg1"/>
                  </a:solidFill>
                </a:rPr>
                <a:t>신입</a:t>
              </a:r>
              <a:r>
                <a:rPr lang="en-US" altLang="ko-KR" sz="1100" dirty="0">
                  <a:solidFill>
                    <a:schemeClr val="bg1"/>
                  </a:solidFill>
                </a:rPr>
                <a:t>)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09" name="사각형: 둥근 모서리 208">
              <a:extLst>
                <a:ext uri="{FF2B5EF4-FFF2-40B4-BE49-F238E27FC236}">
                  <a16:creationId xmlns:a16="http://schemas.microsoft.com/office/drawing/2014/main" id="{07B97449-746C-4633-8366-B02A3AA4A64E}"/>
                </a:ext>
              </a:extLst>
            </p:cNvPr>
            <p:cNvSpPr/>
            <p:nvPr/>
          </p:nvSpPr>
          <p:spPr>
            <a:xfrm>
              <a:off x="584226" y="4880759"/>
              <a:ext cx="554541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err="1"/>
                <a:t>Mysql</a:t>
              </a:r>
              <a:endParaRPr lang="ko-KR" altLang="en-US" sz="800" dirty="0"/>
            </a:p>
          </p:txBody>
        </p:sp>
        <p:sp>
          <p:nvSpPr>
            <p:cNvPr id="210" name="사각형: 둥근 모서리 209">
              <a:extLst>
                <a:ext uri="{FF2B5EF4-FFF2-40B4-BE49-F238E27FC236}">
                  <a16:creationId xmlns:a16="http://schemas.microsoft.com/office/drawing/2014/main" id="{C0AC54E1-95D6-4B85-8EAD-08A7F284657F}"/>
                </a:ext>
              </a:extLst>
            </p:cNvPr>
            <p:cNvSpPr/>
            <p:nvPr/>
          </p:nvSpPr>
          <p:spPr>
            <a:xfrm>
              <a:off x="1213398" y="4874573"/>
              <a:ext cx="613285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Python</a:t>
              </a:r>
              <a:endParaRPr lang="ko-KR" altLang="en-US" sz="800" dirty="0"/>
            </a:p>
          </p:txBody>
        </p:sp>
        <p:sp>
          <p:nvSpPr>
            <p:cNvPr id="211" name="사각형: 둥근 모서리 210">
              <a:extLst>
                <a:ext uri="{FF2B5EF4-FFF2-40B4-BE49-F238E27FC236}">
                  <a16:creationId xmlns:a16="http://schemas.microsoft.com/office/drawing/2014/main" id="{F1F96161-E353-469A-ACA7-8D9FFDD5DB95}"/>
                </a:ext>
              </a:extLst>
            </p:cNvPr>
            <p:cNvSpPr/>
            <p:nvPr/>
          </p:nvSpPr>
          <p:spPr>
            <a:xfrm>
              <a:off x="1901314" y="4874573"/>
              <a:ext cx="737977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err="1"/>
                <a:t>streamlit</a:t>
              </a:r>
              <a:endParaRPr lang="ko-KR" altLang="en-US" sz="800" dirty="0"/>
            </a:p>
          </p:txBody>
        </p:sp>
        <p:sp>
          <p:nvSpPr>
            <p:cNvPr id="212" name="사각형: 둥근 모서리 211">
              <a:extLst>
                <a:ext uri="{FF2B5EF4-FFF2-40B4-BE49-F238E27FC236}">
                  <a16:creationId xmlns:a16="http://schemas.microsoft.com/office/drawing/2014/main" id="{98B828A0-1643-415B-891C-C9A3D7343570}"/>
                </a:ext>
              </a:extLst>
            </p:cNvPr>
            <p:cNvSpPr/>
            <p:nvPr/>
          </p:nvSpPr>
          <p:spPr>
            <a:xfrm>
              <a:off x="2682363" y="4874573"/>
              <a:ext cx="416436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+2</a:t>
              </a:r>
              <a:endParaRPr lang="ko-KR" altLang="en-US" sz="1000" dirty="0"/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1246E1B1-E227-47D8-BC25-4948868DAEF0}"/>
                </a:ext>
              </a:extLst>
            </p:cNvPr>
            <p:cNvSpPr txBox="1"/>
            <p:nvPr/>
          </p:nvSpPr>
          <p:spPr>
            <a:xfrm>
              <a:off x="546868" y="5192808"/>
              <a:ext cx="1751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연습 횟수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1EFAB037-E56E-4D01-882D-86486A8C99FE}"/>
                </a:ext>
              </a:extLst>
            </p:cNvPr>
            <p:cNvSpPr txBox="1"/>
            <p:nvPr/>
          </p:nvSpPr>
          <p:spPr>
            <a:xfrm>
              <a:off x="546868" y="5557087"/>
              <a:ext cx="17516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chemeClr val="bg1"/>
                  </a:solidFill>
                </a:rPr>
                <a:t>마지막 사용 </a:t>
              </a:r>
              <a:r>
                <a:rPr lang="en-US" altLang="ko-KR" sz="800" dirty="0">
                  <a:solidFill>
                    <a:schemeClr val="bg1"/>
                  </a:solidFill>
                </a:rPr>
                <a:t>: 2026-02-19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348CF0B4-7EDE-4956-A165-51818C4E2866}"/>
                </a:ext>
              </a:extLst>
            </p:cNvPr>
            <p:cNvSpPr txBox="1"/>
            <p:nvPr/>
          </p:nvSpPr>
          <p:spPr>
            <a:xfrm>
              <a:off x="2620736" y="5164612"/>
              <a:ext cx="47806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>
                  <a:solidFill>
                    <a:schemeClr val="bg1"/>
                  </a:solidFill>
                </a:rPr>
                <a:t>5</a:t>
              </a:r>
              <a:r>
                <a:rPr lang="ko-KR" altLang="en-US" sz="1100" dirty="0">
                  <a:solidFill>
                    <a:schemeClr val="bg1"/>
                  </a:solidFill>
                </a:rPr>
                <a:t>회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16" name="사각형: 둥근 모서리 215">
              <a:extLst>
                <a:ext uri="{FF2B5EF4-FFF2-40B4-BE49-F238E27FC236}">
                  <a16:creationId xmlns:a16="http://schemas.microsoft.com/office/drawing/2014/main" id="{CECFF105-2FCC-48DC-A4B4-2E62C695930C}"/>
                </a:ext>
              </a:extLst>
            </p:cNvPr>
            <p:cNvSpPr/>
            <p:nvPr/>
          </p:nvSpPr>
          <p:spPr>
            <a:xfrm>
              <a:off x="804909" y="5957180"/>
              <a:ext cx="2187529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상세 보기 </a:t>
              </a:r>
              <a:r>
                <a:rPr lang="en-US" altLang="ko-KR" sz="1000" dirty="0"/>
                <a:t>&gt;</a:t>
              </a:r>
              <a:endParaRPr lang="ko-KR" altLang="en-US" sz="1000" dirty="0"/>
            </a:p>
          </p:txBody>
        </p:sp>
        <p:pic>
          <p:nvPicPr>
            <p:cNvPr id="218" name="그림 217">
              <a:extLst>
                <a:ext uri="{FF2B5EF4-FFF2-40B4-BE49-F238E27FC236}">
                  <a16:creationId xmlns:a16="http://schemas.microsoft.com/office/drawing/2014/main" id="{638A6EFF-2D81-4DD0-A2A5-DED55A219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82364" y="3283227"/>
              <a:ext cx="279400" cy="279400"/>
            </a:xfrm>
            <a:prstGeom prst="rect">
              <a:avLst/>
            </a:prstGeom>
          </p:spPr>
        </p:pic>
      </p:grpSp>
      <p:sp>
        <p:nvSpPr>
          <p:cNvPr id="44" name="1/2 액자 43">
            <a:extLst>
              <a:ext uri="{FF2B5EF4-FFF2-40B4-BE49-F238E27FC236}">
                <a16:creationId xmlns:a16="http://schemas.microsoft.com/office/drawing/2014/main" id="{C03F5554-7C68-432C-9BD5-68B99A901103}"/>
              </a:ext>
            </a:extLst>
          </p:cNvPr>
          <p:cNvSpPr/>
          <p:nvPr/>
        </p:nvSpPr>
        <p:spPr>
          <a:xfrm rot="18962744">
            <a:off x="82200" y="4226337"/>
            <a:ext cx="351687" cy="335757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9" name="1/2 액자 218">
            <a:extLst>
              <a:ext uri="{FF2B5EF4-FFF2-40B4-BE49-F238E27FC236}">
                <a16:creationId xmlns:a16="http://schemas.microsoft.com/office/drawing/2014/main" id="{8CE8743B-5695-499E-8295-0F9BD8B74609}"/>
              </a:ext>
            </a:extLst>
          </p:cNvPr>
          <p:cNvSpPr/>
          <p:nvPr/>
        </p:nvSpPr>
        <p:spPr>
          <a:xfrm rot="7836241">
            <a:off x="8215345" y="4211320"/>
            <a:ext cx="351687" cy="335757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49535CC3-5F67-4F6A-A908-BC6CA0B84878}"/>
              </a:ext>
            </a:extLst>
          </p:cNvPr>
          <p:cNvSpPr/>
          <p:nvPr/>
        </p:nvSpPr>
        <p:spPr>
          <a:xfrm>
            <a:off x="-175844" y="3909504"/>
            <a:ext cx="351687" cy="33575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04577F9C-649A-4F9A-A14A-843525033A28}"/>
              </a:ext>
            </a:extLst>
          </p:cNvPr>
          <p:cNvSpPr/>
          <p:nvPr/>
        </p:nvSpPr>
        <p:spPr>
          <a:xfrm>
            <a:off x="6360810" y="2190750"/>
            <a:ext cx="1788477" cy="4164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이력서 등록 </a:t>
            </a:r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483FEEA5-B1AD-4906-AC79-E16A8602FF66}"/>
              </a:ext>
            </a:extLst>
          </p:cNvPr>
          <p:cNvSpPr/>
          <p:nvPr/>
        </p:nvSpPr>
        <p:spPr>
          <a:xfrm>
            <a:off x="6133102" y="1961046"/>
            <a:ext cx="351687" cy="33575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4936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888122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105484"/>
              </p:ext>
            </p:extLst>
          </p:nvPr>
        </p:nvGraphicFramePr>
        <p:xfrm>
          <a:off x="8627382" y="1174554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개요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이력서 파일 이름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업로드 날짜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용량을 출력한다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연습 시작하기 버튼을 클릭하면 분석 대기 페이지로 넘어간다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이력서 상세 페이지의 헤더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개요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내용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분석별로 탭을 나눈다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클릭 파트를 강조한다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개요를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나오는 파트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포지션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경력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기술을 전부 출력한다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5.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이력서 관리 페이지로 이동한다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E96A792-AC3C-413C-BA72-291AFE9C3F30}"/>
              </a:ext>
            </a:extLst>
          </p:cNvPr>
          <p:cNvSpPr/>
          <p:nvPr/>
        </p:nvSpPr>
        <p:spPr>
          <a:xfrm>
            <a:off x="901700" y="3108426"/>
            <a:ext cx="6489700" cy="4460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2A93747-7910-4FB5-B60B-D9627C5B968F}"/>
              </a:ext>
            </a:extLst>
          </p:cNvPr>
          <p:cNvSpPr/>
          <p:nvPr/>
        </p:nvSpPr>
        <p:spPr>
          <a:xfrm>
            <a:off x="1003300" y="3219247"/>
            <a:ext cx="1473893" cy="24622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개요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0FFB12-D007-471C-8197-A4CE8E030E29}"/>
              </a:ext>
            </a:extLst>
          </p:cNvPr>
          <p:cNvSpPr txBox="1"/>
          <p:nvPr/>
        </p:nvSpPr>
        <p:spPr>
          <a:xfrm>
            <a:off x="3987800" y="3171106"/>
            <a:ext cx="1953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내용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9AC74D-D25A-4547-B024-F67081B5C4F1}"/>
              </a:ext>
            </a:extLst>
          </p:cNvPr>
          <p:cNvSpPr txBox="1"/>
          <p:nvPr/>
        </p:nvSpPr>
        <p:spPr>
          <a:xfrm>
            <a:off x="6324021" y="3176443"/>
            <a:ext cx="1953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분석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80CFC38-1638-48AB-8363-D0C9114EB1FB}"/>
              </a:ext>
            </a:extLst>
          </p:cNvPr>
          <p:cNvSpPr/>
          <p:nvPr/>
        </p:nvSpPr>
        <p:spPr>
          <a:xfrm>
            <a:off x="901700" y="3728882"/>
            <a:ext cx="6489700" cy="26909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85B4D1-710C-43AA-8A31-B8FB6C0CB6B2}"/>
              </a:ext>
            </a:extLst>
          </p:cNvPr>
          <p:cNvSpPr txBox="1"/>
          <p:nvPr/>
        </p:nvSpPr>
        <p:spPr>
          <a:xfrm>
            <a:off x="1225550" y="4471629"/>
            <a:ext cx="1273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포지션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228C9F-6043-41A6-B4A4-E9A10BC56394}"/>
              </a:ext>
            </a:extLst>
          </p:cNvPr>
          <p:cNvSpPr txBox="1"/>
          <p:nvPr/>
        </p:nvSpPr>
        <p:spPr>
          <a:xfrm>
            <a:off x="1225550" y="5117603"/>
            <a:ext cx="1273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경력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63C4B6-307C-4F89-B1E4-0FE8141929C6}"/>
              </a:ext>
            </a:extLst>
          </p:cNvPr>
          <p:cNvSpPr txBox="1"/>
          <p:nvPr/>
        </p:nvSpPr>
        <p:spPr>
          <a:xfrm>
            <a:off x="1211819" y="5838260"/>
            <a:ext cx="1273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기술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916ECB-B433-4E37-A51D-519E88BC972B}"/>
              </a:ext>
            </a:extLst>
          </p:cNvPr>
          <p:cNvSpPr txBox="1"/>
          <p:nvPr/>
        </p:nvSpPr>
        <p:spPr>
          <a:xfrm>
            <a:off x="1211819" y="3861928"/>
            <a:ext cx="1273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기본 정보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479530-5859-4289-BB9E-5643B08C3BAA}"/>
              </a:ext>
            </a:extLst>
          </p:cNvPr>
          <p:cNvSpPr txBox="1"/>
          <p:nvPr/>
        </p:nvSpPr>
        <p:spPr>
          <a:xfrm>
            <a:off x="6115050" y="4471629"/>
            <a:ext cx="1273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AI </a:t>
            </a:r>
            <a:r>
              <a:rPr lang="ko-KR" altLang="en-US" dirty="0">
                <a:solidFill>
                  <a:schemeClr val="bg1"/>
                </a:solidFill>
              </a:rPr>
              <a:t>개발자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3E4DA6-B439-4B2A-82A1-6153C51B6E3A}"/>
              </a:ext>
            </a:extLst>
          </p:cNvPr>
          <p:cNvSpPr txBox="1"/>
          <p:nvPr/>
        </p:nvSpPr>
        <p:spPr>
          <a:xfrm>
            <a:off x="6635750" y="5114411"/>
            <a:ext cx="1273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신입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FD7619EC-488A-4050-883C-103CA747B7B9}"/>
              </a:ext>
            </a:extLst>
          </p:cNvPr>
          <p:cNvSpPr/>
          <p:nvPr/>
        </p:nvSpPr>
        <p:spPr>
          <a:xfrm>
            <a:off x="2075254" y="5876224"/>
            <a:ext cx="724742" cy="29881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Mysql</a:t>
            </a:r>
            <a:endParaRPr lang="ko-KR" altLang="en-US" sz="1200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0B7CEE98-2CE4-4946-A0E1-9D3F727E36A3}"/>
              </a:ext>
            </a:extLst>
          </p:cNvPr>
          <p:cNvSpPr/>
          <p:nvPr/>
        </p:nvSpPr>
        <p:spPr>
          <a:xfrm>
            <a:off x="3088512" y="5876224"/>
            <a:ext cx="724742" cy="29881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Python</a:t>
            </a:r>
            <a:endParaRPr lang="ko-KR" altLang="en-US" sz="1200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2728143B-6D20-4BCF-AF12-54CADE283D31}"/>
              </a:ext>
            </a:extLst>
          </p:cNvPr>
          <p:cNvSpPr/>
          <p:nvPr/>
        </p:nvSpPr>
        <p:spPr>
          <a:xfrm>
            <a:off x="4142448" y="5876224"/>
            <a:ext cx="741860" cy="29881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Streamlit</a:t>
            </a:r>
            <a:endParaRPr lang="ko-KR" altLang="en-US" sz="12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F123211C-8C86-4DE4-8196-0BEE038F2325}"/>
              </a:ext>
            </a:extLst>
          </p:cNvPr>
          <p:cNvSpPr/>
          <p:nvPr/>
        </p:nvSpPr>
        <p:spPr>
          <a:xfrm>
            <a:off x="5215412" y="5857242"/>
            <a:ext cx="741860" cy="29881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Java</a:t>
            </a:r>
            <a:endParaRPr lang="ko-KR" altLang="en-US" sz="1200" dirty="0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66E270D-B6B7-4E56-8CCC-A0577B364CCA}"/>
              </a:ext>
            </a:extLst>
          </p:cNvPr>
          <p:cNvSpPr/>
          <p:nvPr/>
        </p:nvSpPr>
        <p:spPr>
          <a:xfrm>
            <a:off x="6288376" y="5876224"/>
            <a:ext cx="741860" cy="29881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docker</a:t>
            </a:r>
            <a:endParaRPr lang="ko-KR" altLang="en-US" sz="12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A7A9381-B15A-455B-924F-7AE4A8E53041}"/>
              </a:ext>
            </a:extLst>
          </p:cNvPr>
          <p:cNvSpPr/>
          <p:nvPr/>
        </p:nvSpPr>
        <p:spPr>
          <a:xfrm>
            <a:off x="777424" y="2941482"/>
            <a:ext cx="323178" cy="3330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D317895-B522-4200-AB91-D908FF08C8C2}"/>
              </a:ext>
            </a:extLst>
          </p:cNvPr>
          <p:cNvSpPr/>
          <p:nvPr/>
        </p:nvSpPr>
        <p:spPr>
          <a:xfrm>
            <a:off x="823687" y="3639786"/>
            <a:ext cx="323178" cy="3330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CDB21E-D3E9-4FCB-ADF6-15B57B0C5E58}"/>
              </a:ext>
            </a:extLst>
          </p:cNvPr>
          <p:cNvSpPr txBox="1"/>
          <p:nvPr/>
        </p:nvSpPr>
        <p:spPr>
          <a:xfrm>
            <a:off x="777424" y="2146095"/>
            <a:ext cx="1476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이력서 </a:t>
            </a:r>
            <a:r>
              <a:rPr lang="en-US" altLang="ko-KR" dirty="0"/>
              <a:t>1.pdf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99F574-0BCF-4BBE-860E-47AF9236E506}"/>
              </a:ext>
            </a:extLst>
          </p:cNvPr>
          <p:cNvSpPr txBox="1"/>
          <p:nvPr/>
        </p:nvSpPr>
        <p:spPr>
          <a:xfrm>
            <a:off x="820185" y="2513387"/>
            <a:ext cx="1476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2026-02-19</a:t>
            </a:r>
            <a:r>
              <a:rPr lang="ko-KR" altLang="en-US" sz="1100" dirty="0"/>
              <a:t> 업로드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8D4DC7-CD64-47F7-9BA1-0B5D65CFBEED}"/>
              </a:ext>
            </a:extLst>
          </p:cNvPr>
          <p:cNvSpPr txBox="1"/>
          <p:nvPr/>
        </p:nvSpPr>
        <p:spPr>
          <a:xfrm>
            <a:off x="2295322" y="2520903"/>
            <a:ext cx="1476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2.5MB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76B95BA-71F1-445F-A62F-1655A7E77F42}"/>
              </a:ext>
            </a:extLst>
          </p:cNvPr>
          <p:cNvSpPr/>
          <p:nvPr/>
        </p:nvSpPr>
        <p:spPr>
          <a:xfrm>
            <a:off x="645933" y="1981115"/>
            <a:ext cx="323178" cy="3330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5FD2CD3B-3FDB-4D5B-A387-9443319F64D8}"/>
              </a:ext>
            </a:extLst>
          </p:cNvPr>
          <p:cNvSpPr/>
          <p:nvPr/>
        </p:nvSpPr>
        <p:spPr>
          <a:xfrm>
            <a:off x="5740400" y="2314167"/>
            <a:ext cx="1784350" cy="4258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연습 시작하기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1D60C1D-FF4E-4C50-950C-8BA4536495AB}"/>
              </a:ext>
            </a:extLst>
          </p:cNvPr>
          <p:cNvSpPr/>
          <p:nvPr/>
        </p:nvSpPr>
        <p:spPr>
          <a:xfrm>
            <a:off x="5605974" y="2110650"/>
            <a:ext cx="323178" cy="3330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22E5280F-A1F7-4CD4-A958-262553EAA5AC}"/>
              </a:ext>
            </a:extLst>
          </p:cNvPr>
          <p:cNvSpPr/>
          <p:nvPr/>
        </p:nvSpPr>
        <p:spPr>
          <a:xfrm>
            <a:off x="6115050" y="6488435"/>
            <a:ext cx="1473200" cy="27506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← 이력서 목록으로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06F0EEE-003F-4D5F-A66B-1053172BE9B0}"/>
              </a:ext>
            </a:extLst>
          </p:cNvPr>
          <p:cNvSpPr/>
          <p:nvPr/>
        </p:nvSpPr>
        <p:spPr>
          <a:xfrm>
            <a:off x="5953461" y="6234471"/>
            <a:ext cx="323178" cy="3330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2059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674424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684252"/>
              </p:ext>
            </p:extLst>
          </p:nvPr>
        </p:nvGraphicFramePr>
        <p:xfrm>
          <a:off x="8627382" y="1174554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내용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)[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이력서 상세 페이지의 헤더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개요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내용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분석별로 탭을 나눈다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클릭 파트를 강조한다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내용을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나오는 파트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학력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경력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프로젝트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자격증을 출력한다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E96A792-AC3C-413C-BA72-291AFE9C3F30}"/>
              </a:ext>
            </a:extLst>
          </p:cNvPr>
          <p:cNvSpPr/>
          <p:nvPr/>
        </p:nvSpPr>
        <p:spPr>
          <a:xfrm>
            <a:off x="787400" y="3202244"/>
            <a:ext cx="6489700" cy="4057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2A93747-7910-4FB5-B60B-D9627C5B968F}"/>
              </a:ext>
            </a:extLst>
          </p:cNvPr>
          <p:cNvSpPr/>
          <p:nvPr/>
        </p:nvSpPr>
        <p:spPr>
          <a:xfrm>
            <a:off x="3377004" y="3318701"/>
            <a:ext cx="1473893" cy="22393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내용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0FFB12-D007-471C-8197-A4CE8E030E29}"/>
              </a:ext>
            </a:extLst>
          </p:cNvPr>
          <p:cNvSpPr txBox="1"/>
          <p:nvPr/>
        </p:nvSpPr>
        <p:spPr>
          <a:xfrm>
            <a:off x="1427719" y="3264924"/>
            <a:ext cx="1953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개요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9AC74D-D25A-4547-B024-F67081B5C4F1}"/>
              </a:ext>
            </a:extLst>
          </p:cNvPr>
          <p:cNvSpPr txBox="1"/>
          <p:nvPr/>
        </p:nvSpPr>
        <p:spPr>
          <a:xfrm>
            <a:off x="6209721" y="3270261"/>
            <a:ext cx="1953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분석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80CFC38-1638-48AB-8363-D0C9114EB1FB}"/>
              </a:ext>
            </a:extLst>
          </p:cNvPr>
          <p:cNvSpPr/>
          <p:nvPr/>
        </p:nvSpPr>
        <p:spPr>
          <a:xfrm>
            <a:off x="787400" y="4972050"/>
            <a:ext cx="6489700" cy="17081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A7A9381-B15A-455B-924F-7AE4A8E53041}"/>
              </a:ext>
            </a:extLst>
          </p:cNvPr>
          <p:cNvSpPr/>
          <p:nvPr/>
        </p:nvSpPr>
        <p:spPr>
          <a:xfrm>
            <a:off x="663124" y="3035300"/>
            <a:ext cx="323178" cy="30289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781EED7-7921-49FC-B7C1-6033FA7F1B5E}"/>
              </a:ext>
            </a:extLst>
          </p:cNvPr>
          <p:cNvSpPr/>
          <p:nvPr/>
        </p:nvSpPr>
        <p:spPr>
          <a:xfrm>
            <a:off x="787400" y="3845323"/>
            <a:ext cx="6489700" cy="8203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D317895-B522-4200-AB91-D908FF08C8C2}"/>
              </a:ext>
            </a:extLst>
          </p:cNvPr>
          <p:cNvSpPr/>
          <p:nvPr/>
        </p:nvSpPr>
        <p:spPr>
          <a:xfrm>
            <a:off x="709387" y="3733604"/>
            <a:ext cx="323178" cy="30289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5DF2BD-5787-44E6-B175-1542B3157B49}"/>
              </a:ext>
            </a:extLst>
          </p:cNvPr>
          <p:cNvSpPr txBox="1"/>
          <p:nvPr/>
        </p:nvSpPr>
        <p:spPr>
          <a:xfrm>
            <a:off x="1205304" y="3907706"/>
            <a:ext cx="1953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학력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CA76A8-4800-48ED-8E56-958CEDC36DCA}"/>
              </a:ext>
            </a:extLst>
          </p:cNvPr>
          <p:cNvSpPr txBox="1"/>
          <p:nvPr/>
        </p:nvSpPr>
        <p:spPr>
          <a:xfrm>
            <a:off x="1141969" y="5114717"/>
            <a:ext cx="1953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경력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ECC160-A807-4C29-94EF-56EC26849CDF}"/>
              </a:ext>
            </a:extLst>
          </p:cNvPr>
          <p:cNvSpPr txBox="1"/>
          <p:nvPr/>
        </p:nvSpPr>
        <p:spPr>
          <a:xfrm>
            <a:off x="631374" y="2146095"/>
            <a:ext cx="1476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이력서 </a:t>
            </a:r>
            <a:r>
              <a:rPr lang="en-US" altLang="ko-KR" dirty="0"/>
              <a:t>1.pdf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39CA47-42C8-4604-B7F9-232E8B75F9CB}"/>
              </a:ext>
            </a:extLst>
          </p:cNvPr>
          <p:cNvSpPr txBox="1"/>
          <p:nvPr/>
        </p:nvSpPr>
        <p:spPr>
          <a:xfrm>
            <a:off x="674135" y="2513387"/>
            <a:ext cx="1476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2026-02-19</a:t>
            </a:r>
            <a:r>
              <a:rPr lang="ko-KR" altLang="en-US" sz="1100" dirty="0"/>
              <a:t> 업로드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3D12490-FE57-47EB-882B-4C90F6F7BF63}"/>
              </a:ext>
            </a:extLst>
          </p:cNvPr>
          <p:cNvSpPr txBox="1"/>
          <p:nvPr/>
        </p:nvSpPr>
        <p:spPr>
          <a:xfrm>
            <a:off x="2149272" y="2520903"/>
            <a:ext cx="1476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2.5MB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A6321AC-D48F-4A69-8ABB-93E49768AC07}"/>
              </a:ext>
            </a:extLst>
          </p:cNvPr>
          <p:cNvSpPr/>
          <p:nvPr/>
        </p:nvSpPr>
        <p:spPr>
          <a:xfrm>
            <a:off x="5740400" y="2314167"/>
            <a:ext cx="1784350" cy="4258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연습 시작하기</a:t>
            </a:r>
          </a:p>
        </p:txBody>
      </p:sp>
    </p:spTree>
    <p:extLst>
      <p:ext uri="{BB962C8B-B14F-4D97-AF65-F5344CB8AC3E}">
        <p14:creationId xmlns:p14="http://schemas.microsoft.com/office/powerpoint/2010/main" val="2606377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910958"/>
              </p:ext>
            </p:extLst>
          </p:nvPr>
        </p:nvGraphicFramePr>
        <p:xfrm>
          <a:off x="8627382" y="1174554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내용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)[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내용을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나오는 파트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학력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경력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프로젝트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자격증을 출력한다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80CFC38-1638-48AB-8363-D0C9114EB1FB}"/>
              </a:ext>
            </a:extLst>
          </p:cNvPr>
          <p:cNvSpPr/>
          <p:nvPr/>
        </p:nvSpPr>
        <p:spPr>
          <a:xfrm>
            <a:off x="596900" y="4235450"/>
            <a:ext cx="7213600" cy="2082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781EED7-7921-49FC-B7C1-6033FA7F1B5E}"/>
              </a:ext>
            </a:extLst>
          </p:cNvPr>
          <p:cNvSpPr/>
          <p:nvPr/>
        </p:nvSpPr>
        <p:spPr>
          <a:xfrm>
            <a:off x="596900" y="3108723"/>
            <a:ext cx="7213600" cy="10002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D317895-B522-4200-AB91-D908FF08C8C2}"/>
              </a:ext>
            </a:extLst>
          </p:cNvPr>
          <p:cNvSpPr/>
          <p:nvPr/>
        </p:nvSpPr>
        <p:spPr>
          <a:xfrm>
            <a:off x="518886" y="2997004"/>
            <a:ext cx="359227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5DF2BD-5787-44E6-B175-1542B3157B49}"/>
              </a:ext>
            </a:extLst>
          </p:cNvPr>
          <p:cNvSpPr txBox="1"/>
          <p:nvPr/>
        </p:nvSpPr>
        <p:spPr>
          <a:xfrm>
            <a:off x="1014804" y="3171106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프로젝트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CA76A8-4800-48ED-8E56-958CEDC36DCA}"/>
              </a:ext>
            </a:extLst>
          </p:cNvPr>
          <p:cNvSpPr txBox="1"/>
          <p:nvPr/>
        </p:nvSpPr>
        <p:spPr>
          <a:xfrm>
            <a:off x="951469" y="4378117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자격증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9AC70A1-6BF4-461D-B25F-D82A12906F8F}"/>
              </a:ext>
            </a:extLst>
          </p:cNvPr>
          <p:cNvSpPr/>
          <p:nvPr/>
        </p:nvSpPr>
        <p:spPr>
          <a:xfrm>
            <a:off x="6115050" y="6488435"/>
            <a:ext cx="1473200" cy="27506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← 이력서 목록으로</a:t>
            </a:r>
          </a:p>
        </p:txBody>
      </p:sp>
    </p:spTree>
    <p:extLst>
      <p:ext uri="{BB962C8B-B14F-4D97-AF65-F5344CB8AC3E}">
        <p14:creationId xmlns:p14="http://schemas.microsoft.com/office/powerpoint/2010/main" val="779064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93418"/>
              </p:ext>
            </p:extLst>
          </p:nvPr>
        </p:nvGraphicFramePr>
        <p:xfrm>
          <a:off x="8627382" y="1174554"/>
          <a:ext cx="3588327" cy="6311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분석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)[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이력서 상세 페이지의 헤더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개요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내용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분석별로 탭을 나눈다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클릭 파트를 강조한다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분석을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나오는 파트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연습 기록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약점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점수 변화 를 출력한다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연습 기록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회까지 출력한다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날짜와 점수를 출력한다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약점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: AI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가 도출한 약점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개를 출력한다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E96A792-AC3C-413C-BA72-291AFE9C3F30}"/>
              </a:ext>
            </a:extLst>
          </p:cNvPr>
          <p:cNvSpPr/>
          <p:nvPr/>
        </p:nvSpPr>
        <p:spPr>
          <a:xfrm>
            <a:off x="759780" y="3081810"/>
            <a:ext cx="6711950" cy="4283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2A93747-7910-4FB5-B60B-D9627C5B968F}"/>
              </a:ext>
            </a:extLst>
          </p:cNvPr>
          <p:cNvSpPr/>
          <p:nvPr/>
        </p:nvSpPr>
        <p:spPr>
          <a:xfrm>
            <a:off x="5735087" y="3199380"/>
            <a:ext cx="1524369" cy="23642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분석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0FFB12-D007-471C-8197-A4CE8E030E29}"/>
              </a:ext>
            </a:extLst>
          </p:cNvPr>
          <p:cNvSpPr txBox="1"/>
          <p:nvPr/>
        </p:nvSpPr>
        <p:spPr>
          <a:xfrm>
            <a:off x="1400099" y="3144490"/>
            <a:ext cx="202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개요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9AC74D-D25A-4547-B024-F67081B5C4F1}"/>
              </a:ext>
            </a:extLst>
          </p:cNvPr>
          <p:cNvSpPr txBox="1"/>
          <p:nvPr/>
        </p:nvSpPr>
        <p:spPr>
          <a:xfrm>
            <a:off x="3977168" y="3143715"/>
            <a:ext cx="202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내용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80CFC38-1638-48AB-8363-D0C9114EB1FB}"/>
              </a:ext>
            </a:extLst>
          </p:cNvPr>
          <p:cNvSpPr/>
          <p:nvPr/>
        </p:nvSpPr>
        <p:spPr>
          <a:xfrm>
            <a:off x="759780" y="4851616"/>
            <a:ext cx="6711950" cy="180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A7A9381-B15A-455B-924F-7AE4A8E53041}"/>
              </a:ext>
            </a:extLst>
          </p:cNvPr>
          <p:cNvSpPr/>
          <p:nvPr/>
        </p:nvSpPr>
        <p:spPr>
          <a:xfrm>
            <a:off x="635504" y="2914866"/>
            <a:ext cx="334246" cy="31978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781EED7-7921-49FC-B7C1-6033FA7F1B5E}"/>
              </a:ext>
            </a:extLst>
          </p:cNvPr>
          <p:cNvSpPr/>
          <p:nvPr/>
        </p:nvSpPr>
        <p:spPr>
          <a:xfrm>
            <a:off x="759780" y="3724889"/>
            <a:ext cx="6711950" cy="8660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D317895-B522-4200-AB91-D908FF08C8C2}"/>
              </a:ext>
            </a:extLst>
          </p:cNvPr>
          <p:cNvSpPr/>
          <p:nvPr/>
        </p:nvSpPr>
        <p:spPr>
          <a:xfrm>
            <a:off x="681767" y="3613170"/>
            <a:ext cx="334246" cy="31978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5DF2BD-5787-44E6-B175-1542B3157B49}"/>
              </a:ext>
            </a:extLst>
          </p:cNvPr>
          <p:cNvSpPr txBox="1"/>
          <p:nvPr/>
        </p:nvSpPr>
        <p:spPr>
          <a:xfrm>
            <a:off x="1177684" y="3787272"/>
            <a:ext cx="202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연습 기록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CA76A8-4800-48ED-8E56-958CEDC36DCA}"/>
              </a:ext>
            </a:extLst>
          </p:cNvPr>
          <p:cNvSpPr txBox="1"/>
          <p:nvPr/>
        </p:nvSpPr>
        <p:spPr>
          <a:xfrm>
            <a:off x="1114349" y="4994283"/>
            <a:ext cx="202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약점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7C10A8-35A4-402C-A7C7-3A6290EA71C4}"/>
              </a:ext>
            </a:extLst>
          </p:cNvPr>
          <p:cNvSpPr txBox="1"/>
          <p:nvPr/>
        </p:nvSpPr>
        <p:spPr>
          <a:xfrm>
            <a:off x="1177684" y="4225008"/>
            <a:ext cx="202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2026-02-06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FEA168-4FBD-4546-AC25-B9FFAC2AE362}"/>
              </a:ext>
            </a:extLst>
          </p:cNvPr>
          <p:cNvSpPr txBox="1"/>
          <p:nvPr/>
        </p:nvSpPr>
        <p:spPr>
          <a:xfrm>
            <a:off x="6249118" y="4167285"/>
            <a:ext cx="202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평균 </a:t>
            </a:r>
            <a:r>
              <a:rPr lang="en-US" altLang="ko-KR" dirty="0">
                <a:solidFill>
                  <a:schemeClr val="bg1"/>
                </a:solidFill>
              </a:rPr>
              <a:t>75</a:t>
            </a:r>
            <a:r>
              <a:rPr lang="ko-KR" altLang="en-US" dirty="0">
                <a:solidFill>
                  <a:schemeClr val="bg1"/>
                </a:solidFill>
              </a:rPr>
              <a:t>점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067202-2912-44C5-8444-AB75AAE6174F}"/>
              </a:ext>
            </a:extLst>
          </p:cNvPr>
          <p:cNvSpPr txBox="1"/>
          <p:nvPr/>
        </p:nvSpPr>
        <p:spPr>
          <a:xfrm>
            <a:off x="1114349" y="5479234"/>
            <a:ext cx="202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약점</a:t>
            </a:r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4FD8F2-71F6-4ACF-994C-B65108AA27F1}"/>
              </a:ext>
            </a:extLst>
          </p:cNvPr>
          <p:cNvSpPr txBox="1"/>
          <p:nvPr/>
        </p:nvSpPr>
        <p:spPr>
          <a:xfrm>
            <a:off x="1114349" y="5896994"/>
            <a:ext cx="202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약점</a:t>
            </a:r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F26EED-E0FB-4FE8-B7B6-D6393F214333}"/>
              </a:ext>
            </a:extLst>
          </p:cNvPr>
          <p:cNvSpPr txBox="1"/>
          <p:nvPr/>
        </p:nvSpPr>
        <p:spPr>
          <a:xfrm>
            <a:off x="1114349" y="6314754"/>
            <a:ext cx="202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약점</a:t>
            </a:r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E483BD-21AC-40AA-8166-FEEF83EF7B29}"/>
              </a:ext>
            </a:extLst>
          </p:cNvPr>
          <p:cNvSpPr txBox="1"/>
          <p:nvPr/>
        </p:nvSpPr>
        <p:spPr>
          <a:xfrm>
            <a:off x="631374" y="2146095"/>
            <a:ext cx="1476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이력서 </a:t>
            </a:r>
            <a:r>
              <a:rPr lang="en-US" altLang="ko-KR" dirty="0"/>
              <a:t>1.pdf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708F13-2F8E-4A98-89A7-AC80DA50164E}"/>
              </a:ext>
            </a:extLst>
          </p:cNvPr>
          <p:cNvSpPr txBox="1"/>
          <p:nvPr/>
        </p:nvSpPr>
        <p:spPr>
          <a:xfrm>
            <a:off x="674135" y="2513387"/>
            <a:ext cx="1476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2026-02-19</a:t>
            </a:r>
            <a:r>
              <a:rPr lang="ko-KR" altLang="en-US" sz="1100" dirty="0"/>
              <a:t> 업로드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5EDC47-8B1C-4FBE-B265-3F492FEB9110}"/>
              </a:ext>
            </a:extLst>
          </p:cNvPr>
          <p:cNvSpPr txBox="1"/>
          <p:nvPr/>
        </p:nvSpPr>
        <p:spPr>
          <a:xfrm>
            <a:off x="2149272" y="2520903"/>
            <a:ext cx="1476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2.5MB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C8EF365-6FAA-4E88-9062-5D0A363593C8}"/>
              </a:ext>
            </a:extLst>
          </p:cNvPr>
          <p:cNvSpPr/>
          <p:nvPr/>
        </p:nvSpPr>
        <p:spPr>
          <a:xfrm>
            <a:off x="5740400" y="2314167"/>
            <a:ext cx="1784350" cy="4258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연습 시작하기</a:t>
            </a:r>
          </a:p>
        </p:txBody>
      </p:sp>
    </p:spTree>
    <p:extLst>
      <p:ext uri="{BB962C8B-B14F-4D97-AF65-F5344CB8AC3E}">
        <p14:creationId xmlns:p14="http://schemas.microsoft.com/office/powerpoint/2010/main" val="2839437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351460"/>
              </p:ext>
            </p:extLst>
          </p:nvPr>
        </p:nvGraphicFramePr>
        <p:xfrm>
          <a:off x="8627382" y="1174554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분석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)[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점수 변화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점수 변화를 그래프 형태로 보여준다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80CFC38-1638-48AB-8363-D0C9114EB1FB}"/>
              </a:ext>
            </a:extLst>
          </p:cNvPr>
          <p:cNvSpPr/>
          <p:nvPr/>
        </p:nvSpPr>
        <p:spPr>
          <a:xfrm>
            <a:off x="596900" y="3077906"/>
            <a:ext cx="7213600" cy="32403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D317895-B522-4200-AB91-D908FF08C8C2}"/>
              </a:ext>
            </a:extLst>
          </p:cNvPr>
          <p:cNvSpPr/>
          <p:nvPr/>
        </p:nvSpPr>
        <p:spPr>
          <a:xfrm>
            <a:off x="518886" y="2997004"/>
            <a:ext cx="359227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CA76A8-4800-48ED-8E56-958CEDC36DCA}"/>
              </a:ext>
            </a:extLst>
          </p:cNvPr>
          <p:cNvSpPr txBox="1"/>
          <p:nvPr/>
        </p:nvSpPr>
        <p:spPr>
          <a:xfrm>
            <a:off x="807522" y="3304876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점수 변화</a:t>
            </a:r>
          </a:p>
        </p:txBody>
      </p:sp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EC17A0BF-52F3-48B1-B241-E49F8EA2C9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8914674"/>
              </p:ext>
            </p:extLst>
          </p:nvPr>
        </p:nvGraphicFramePr>
        <p:xfrm>
          <a:off x="1778000" y="3797299"/>
          <a:ext cx="4241800" cy="22965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1E1E59B-E035-422C-A963-D49D1B3C484B}"/>
              </a:ext>
            </a:extLst>
          </p:cNvPr>
          <p:cNvSpPr txBox="1"/>
          <p:nvPr/>
        </p:nvSpPr>
        <p:spPr>
          <a:xfrm>
            <a:off x="631374" y="2146095"/>
            <a:ext cx="1476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이력서 </a:t>
            </a:r>
            <a:r>
              <a:rPr lang="en-US" altLang="ko-KR" dirty="0"/>
              <a:t>1.pdf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D18716-2668-4608-A7B6-BF848F52AB02}"/>
              </a:ext>
            </a:extLst>
          </p:cNvPr>
          <p:cNvSpPr txBox="1"/>
          <p:nvPr/>
        </p:nvSpPr>
        <p:spPr>
          <a:xfrm>
            <a:off x="674135" y="2513387"/>
            <a:ext cx="1476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2026-02-19</a:t>
            </a:r>
            <a:r>
              <a:rPr lang="ko-KR" altLang="en-US" sz="1100" dirty="0"/>
              <a:t> 업로드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9CA70E-4AC6-4E69-9AC8-26542BDE4FEB}"/>
              </a:ext>
            </a:extLst>
          </p:cNvPr>
          <p:cNvSpPr txBox="1"/>
          <p:nvPr/>
        </p:nvSpPr>
        <p:spPr>
          <a:xfrm>
            <a:off x="2149272" y="2520903"/>
            <a:ext cx="1476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2.5MB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4EFFB9C-98F6-4A31-A69C-EA21EB331C73}"/>
              </a:ext>
            </a:extLst>
          </p:cNvPr>
          <p:cNvSpPr/>
          <p:nvPr/>
        </p:nvSpPr>
        <p:spPr>
          <a:xfrm>
            <a:off x="5740400" y="2314167"/>
            <a:ext cx="1784350" cy="4258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연습 시작하기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935FAE4E-C57C-4BB2-A9B0-FC43A896E65A}"/>
              </a:ext>
            </a:extLst>
          </p:cNvPr>
          <p:cNvSpPr/>
          <p:nvPr/>
        </p:nvSpPr>
        <p:spPr>
          <a:xfrm>
            <a:off x="6115050" y="6488435"/>
            <a:ext cx="1473200" cy="27506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← 이력서 목록으로</a:t>
            </a:r>
          </a:p>
        </p:txBody>
      </p:sp>
    </p:spTree>
    <p:extLst>
      <p:ext uri="{BB962C8B-B14F-4D97-AF65-F5344CB8AC3E}">
        <p14:creationId xmlns:p14="http://schemas.microsoft.com/office/powerpoint/2010/main" val="3275704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145810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예상 질문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예상 질문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161523"/>
              </p:ext>
            </p:extLst>
          </p:nvPr>
        </p:nvGraphicFramePr>
        <p:xfrm>
          <a:off x="8627382" y="1174554"/>
          <a:ext cx="3588327" cy="6129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예상 질문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문제 은행에서 예상문제를 랜덤으로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 가져와 출력한다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각 질문 영역을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질문 상세 페이지로 이동한다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제출시 제출 완료를 출력한다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제출하기 버튼을 누르면 답변 분석 페이지로 이동한다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43B4372-C96D-43C1-830C-F45BD710254A}"/>
              </a:ext>
            </a:extLst>
          </p:cNvPr>
          <p:cNvSpPr/>
          <p:nvPr/>
        </p:nvSpPr>
        <p:spPr>
          <a:xfrm>
            <a:off x="759780" y="2828620"/>
            <a:ext cx="6466520" cy="5130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1. </a:t>
            </a:r>
            <a:r>
              <a:rPr lang="ko-KR" altLang="en-US" dirty="0"/>
              <a:t>질문 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7FCCCF-B339-4E24-B700-989125D85354}"/>
              </a:ext>
            </a:extLst>
          </p:cNvPr>
          <p:cNvSpPr txBox="1"/>
          <p:nvPr/>
        </p:nvSpPr>
        <p:spPr>
          <a:xfrm>
            <a:off x="759780" y="2096312"/>
            <a:ext cx="2980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예상 질문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986ACA-7D2A-495A-B495-BE768EB251BD}"/>
              </a:ext>
            </a:extLst>
          </p:cNvPr>
          <p:cNvSpPr txBox="1"/>
          <p:nvPr/>
        </p:nvSpPr>
        <p:spPr>
          <a:xfrm>
            <a:off x="759780" y="2417389"/>
            <a:ext cx="75242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0" i="0" dirty="0">
                <a:effectLst/>
                <a:latin typeface="ui-sans-serif"/>
              </a:rPr>
              <a:t>AI</a:t>
            </a:r>
            <a:r>
              <a:rPr lang="ko-KR" altLang="en-US" sz="1100" b="0" i="0" dirty="0">
                <a:effectLst/>
                <a:latin typeface="ui-sans-serif"/>
              </a:rPr>
              <a:t>가 이력서를 분석하여 생성한 예상 질문입니다</a:t>
            </a:r>
            <a:r>
              <a:rPr lang="en-US" altLang="ko-KR" sz="1100" b="0" i="0" dirty="0">
                <a:effectLst/>
                <a:latin typeface="ui-sans-serif"/>
              </a:rPr>
              <a:t>. </a:t>
            </a:r>
            <a:r>
              <a:rPr lang="ko-KR" altLang="en-US" sz="1100" b="0" i="0" dirty="0">
                <a:effectLst/>
                <a:latin typeface="ui-sans-serif"/>
              </a:rPr>
              <a:t>각 질문을 클릭하여 답변을 녹음하세요</a:t>
            </a:r>
            <a:r>
              <a:rPr lang="en-US" altLang="ko-KR" sz="1100" b="0" i="0" dirty="0">
                <a:effectLst/>
                <a:latin typeface="ui-sans-serif"/>
              </a:rPr>
              <a:t>.</a:t>
            </a:r>
            <a:endParaRPr lang="ko-KR" altLang="en-US" sz="1100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B539D28-FE3D-425C-86F6-7B7AC4DB5CAA}"/>
              </a:ext>
            </a:extLst>
          </p:cNvPr>
          <p:cNvSpPr/>
          <p:nvPr/>
        </p:nvSpPr>
        <p:spPr>
          <a:xfrm>
            <a:off x="759780" y="3557682"/>
            <a:ext cx="6466520" cy="5130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2. </a:t>
            </a:r>
            <a:r>
              <a:rPr lang="ko-KR" altLang="en-US" dirty="0"/>
              <a:t>질문 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778E954-49B4-4169-8EE7-0A6EEB516B3B}"/>
              </a:ext>
            </a:extLst>
          </p:cNvPr>
          <p:cNvSpPr/>
          <p:nvPr/>
        </p:nvSpPr>
        <p:spPr>
          <a:xfrm>
            <a:off x="759780" y="4244139"/>
            <a:ext cx="6466520" cy="5130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3. </a:t>
            </a:r>
            <a:r>
              <a:rPr lang="ko-KR" altLang="en-US" dirty="0"/>
              <a:t>질문 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A3EC5C2-99FB-476F-9EBD-6780EBDD6C3B}"/>
              </a:ext>
            </a:extLst>
          </p:cNvPr>
          <p:cNvSpPr/>
          <p:nvPr/>
        </p:nvSpPr>
        <p:spPr>
          <a:xfrm>
            <a:off x="759780" y="4940114"/>
            <a:ext cx="6466520" cy="5130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4. </a:t>
            </a:r>
            <a:r>
              <a:rPr lang="ko-KR" altLang="en-US" dirty="0"/>
              <a:t>질문  </a:t>
            </a:r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EB8D86C-586C-4648-9DB4-531A065C9730}"/>
              </a:ext>
            </a:extLst>
          </p:cNvPr>
          <p:cNvSpPr/>
          <p:nvPr/>
        </p:nvSpPr>
        <p:spPr>
          <a:xfrm>
            <a:off x="759780" y="5610689"/>
            <a:ext cx="6466520" cy="5130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5. </a:t>
            </a:r>
            <a:r>
              <a:rPr lang="ko-KR" altLang="en-US" dirty="0"/>
              <a:t>질문  </a:t>
            </a:r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4AAB50D-3E31-4586-9C9C-B0B640547761}"/>
              </a:ext>
            </a:extLst>
          </p:cNvPr>
          <p:cNvSpPr/>
          <p:nvPr/>
        </p:nvSpPr>
        <p:spPr>
          <a:xfrm>
            <a:off x="534341" y="2576883"/>
            <a:ext cx="359227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B978F76-C4F6-4473-BF87-D9098DA90EF1}"/>
              </a:ext>
            </a:extLst>
          </p:cNvPr>
          <p:cNvSpPr/>
          <p:nvPr/>
        </p:nvSpPr>
        <p:spPr>
          <a:xfrm>
            <a:off x="5441950" y="6305594"/>
            <a:ext cx="1784350" cy="4258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제출하기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160C102-F2F4-4EED-9855-923F741187D6}"/>
              </a:ext>
            </a:extLst>
          </p:cNvPr>
          <p:cNvSpPr/>
          <p:nvPr/>
        </p:nvSpPr>
        <p:spPr>
          <a:xfrm>
            <a:off x="5238625" y="6076765"/>
            <a:ext cx="359227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9060A0-F6B9-4716-86D1-AFF12C7212FB}"/>
              </a:ext>
            </a:extLst>
          </p:cNvPr>
          <p:cNvSpPr txBox="1"/>
          <p:nvPr/>
        </p:nvSpPr>
        <p:spPr>
          <a:xfrm>
            <a:off x="5921702" y="3629531"/>
            <a:ext cx="1380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6"/>
                </a:solidFill>
              </a:rPr>
              <a:t>제출 완료</a:t>
            </a:r>
          </a:p>
        </p:txBody>
      </p:sp>
    </p:spTree>
    <p:extLst>
      <p:ext uri="{BB962C8B-B14F-4D97-AF65-F5344CB8AC3E}">
        <p14:creationId xmlns:p14="http://schemas.microsoft.com/office/powerpoint/2010/main" val="988247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307331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질문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예상 질문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질문 상세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175486"/>
              </p:ext>
            </p:extLst>
          </p:nvPr>
        </p:nvGraphicFramePr>
        <p:xfrm>
          <a:off x="8627382" y="1174554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질문 상세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해당 질문 내용을 출력한다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제출하기 버튼을 클릭하면 오디오 업로드창이 나온다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음성 파일 제출 후 예상 질문 페이지로 이동한다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예상 질문 페이지로 이동한다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7FCCCF-B339-4E24-B700-989125D85354}"/>
              </a:ext>
            </a:extLst>
          </p:cNvPr>
          <p:cNvSpPr txBox="1"/>
          <p:nvPr/>
        </p:nvSpPr>
        <p:spPr>
          <a:xfrm>
            <a:off x="759780" y="2096312"/>
            <a:ext cx="2980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질문 상세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A8ADF66-6A0D-4D90-ABC9-C3EA7D97061F}"/>
              </a:ext>
            </a:extLst>
          </p:cNvPr>
          <p:cNvSpPr/>
          <p:nvPr/>
        </p:nvSpPr>
        <p:spPr>
          <a:xfrm>
            <a:off x="823280" y="2550764"/>
            <a:ext cx="6695120" cy="4430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1. </a:t>
            </a:r>
            <a:r>
              <a:rPr lang="ko-KR" altLang="en-US" dirty="0"/>
              <a:t>질문 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4AAB50D-3E31-4586-9C9C-B0B640547761}"/>
              </a:ext>
            </a:extLst>
          </p:cNvPr>
          <p:cNvSpPr/>
          <p:nvPr/>
        </p:nvSpPr>
        <p:spPr>
          <a:xfrm>
            <a:off x="619955" y="2360160"/>
            <a:ext cx="371926" cy="3189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33E58FE-87D4-4402-85A4-6BAEC5AE7331}"/>
              </a:ext>
            </a:extLst>
          </p:cNvPr>
          <p:cNvSpPr/>
          <p:nvPr/>
        </p:nvSpPr>
        <p:spPr>
          <a:xfrm>
            <a:off x="823280" y="3270158"/>
            <a:ext cx="6695120" cy="28321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F91851C-F4D8-4CDB-9D2F-C27A1273F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241" y="3429978"/>
            <a:ext cx="2083910" cy="2083910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CF7A0F7-F436-4180-BB0B-D37091C2FBC8}"/>
              </a:ext>
            </a:extLst>
          </p:cNvPr>
          <p:cNvSpPr/>
          <p:nvPr/>
        </p:nvSpPr>
        <p:spPr>
          <a:xfrm>
            <a:off x="2957989" y="5531827"/>
            <a:ext cx="1847429" cy="36775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녹음하기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8CA3CF4-3F2A-4DAB-AD3C-F5ECBDB10203}"/>
              </a:ext>
            </a:extLst>
          </p:cNvPr>
          <p:cNvSpPr/>
          <p:nvPr/>
        </p:nvSpPr>
        <p:spPr>
          <a:xfrm>
            <a:off x="2823405" y="5310245"/>
            <a:ext cx="371926" cy="3189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01767B2-F62B-45B8-A221-DB8898788D0B}"/>
              </a:ext>
            </a:extLst>
          </p:cNvPr>
          <p:cNvSpPr/>
          <p:nvPr/>
        </p:nvSpPr>
        <p:spPr>
          <a:xfrm>
            <a:off x="5994400" y="6474780"/>
            <a:ext cx="1473200" cy="27506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← 질문 목록으로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7E6E6EF-6EA8-4D37-A87B-BAB0796A0A39}"/>
              </a:ext>
            </a:extLst>
          </p:cNvPr>
          <p:cNvSpPr/>
          <p:nvPr/>
        </p:nvSpPr>
        <p:spPr>
          <a:xfrm>
            <a:off x="5784726" y="6276450"/>
            <a:ext cx="371926" cy="3189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9481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305471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예상 질문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059096"/>
              </p:ext>
            </p:extLst>
          </p:nvPr>
        </p:nvGraphicFramePr>
        <p:xfrm>
          <a:off x="8627382" y="1174554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답변 분석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제출된 답변들을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에게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분석시키는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과정에서 나오는 페이지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CA76A8-4800-48ED-8E56-958CEDC36DCA}"/>
              </a:ext>
            </a:extLst>
          </p:cNvPr>
          <p:cNvSpPr txBox="1"/>
          <p:nvPr/>
        </p:nvSpPr>
        <p:spPr>
          <a:xfrm>
            <a:off x="807522" y="3304876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점수 변화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924E04C-0892-456B-AABC-6CEA038B284F}"/>
              </a:ext>
            </a:extLst>
          </p:cNvPr>
          <p:cNvSpPr/>
          <p:nvPr/>
        </p:nvSpPr>
        <p:spPr>
          <a:xfrm>
            <a:off x="1003300" y="2889250"/>
            <a:ext cx="5962650" cy="2844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답변을 분석 중입니다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1A7A195-9AC8-4647-83E2-FC7037EFC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445" y="4620352"/>
            <a:ext cx="3731005" cy="645751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4335194C-DA6C-4140-9616-65D47B7FF2FA}"/>
              </a:ext>
            </a:extLst>
          </p:cNvPr>
          <p:cNvSpPr/>
          <p:nvPr/>
        </p:nvSpPr>
        <p:spPr>
          <a:xfrm>
            <a:off x="979589" y="2740916"/>
            <a:ext cx="351687" cy="33575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817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874775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약점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예상 질문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약점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733508"/>
              </p:ext>
            </p:extLst>
          </p:nvPr>
        </p:nvGraphicFramePr>
        <p:xfrm>
          <a:off x="8627382" y="1174554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약점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이력서 파일 이름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업로드 날짜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용량을 출력한다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연습 시작하기 버튼을 클릭하면 분석 대기 페이지로 넘어간다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이력서 상세 페이지의 헤더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개요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내용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분석별로 탭을 나눈다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클릭 파트를 강조한다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개요를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나오는 파트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포지션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경력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기술을 전부 출력한다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5.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이력서 관리 페이지로 이동한다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E96A792-AC3C-413C-BA72-291AFE9C3F30}"/>
              </a:ext>
            </a:extLst>
          </p:cNvPr>
          <p:cNvSpPr/>
          <p:nvPr/>
        </p:nvSpPr>
        <p:spPr>
          <a:xfrm>
            <a:off x="901700" y="3108426"/>
            <a:ext cx="6489700" cy="4460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2A93747-7910-4FB5-B60B-D9627C5B968F}"/>
              </a:ext>
            </a:extLst>
          </p:cNvPr>
          <p:cNvSpPr/>
          <p:nvPr/>
        </p:nvSpPr>
        <p:spPr>
          <a:xfrm>
            <a:off x="1003300" y="3219247"/>
            <a:ext cx="1473893" cy="24622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약점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80CFC38-1638-48AB-8363-D0C9114EB1FB}"/>
              </a:ext>
            </a:extLst>
          </p:cNvPr>
          <p:cNvSpPr/>
          <p:nvPr/>
        </p:nvSpPr>
        <p:spPr>
          <a:xfrm>
            <a:off x="901700" y="3728882"/>
            <a:ext cx="6489700" cy="26909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85B4D1-710C-43AA-8A31-B8FB6C0CB6B2}"/>
              </a:ext>
            </a:extLst>
          </p:cNvPr>
          <p:cNvSpPr txBox="1"/>
          <p:nvPr/>
        </p:nvSpPr>
        <p:spPr>
          <a:xfrm>
            <a:off x="1225550" y="4471629"/>
            <a:ext cx="3028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질문이 요구하는 요소 적합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228C9F-6043-41A6-B4A4-E9A10BC56394}"/>
              </a:ext>
            </a:extLst>
          </p:cNvPr>
          <p:cNvSpPr txBox="1"/>
          <p:nvPr/>
        </p:nvSpPr>
        <p:spPr>
          <a:xfrm>
            <a:off x="1225550" y="5117603"/>
            <a:ext cx="1273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구체성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63C4B6-307C-4F89-B1E4-0FE8141929C6}"/>
              </a:ext>
            </a:extLst>
          </p:cNvPr>
          <p:cNvSpPr txBox="1"/>
          <p:nvPr/>
        </p:nvSpPr>
        <p:spPr>
          <a:xfrm>
            <a:off x="1211819" y="5838260"/>
            <a:ext cx="1273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근거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916ECB-B433-4E37-A51D-519E88BC972B}"/>
              </a:ext>
            </a:extLst>
          </p:cNvPr>
          <p:cNvSpPr txBox="1"/>
          <p:nvPr/>
        </p:nvSpPr>
        <p:spPr>
          <a:xfrm>
            <a:off x="1211818" y="3861928"/>
            <a:ext cx="2452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질문</a:t>
            </a:r>
            <a:r>
              <a:rPr lang="en-US" altLang="ko-KR" dirty="0">
                <a:solidFill>
                  <a:schemeClr val="bg1"/>
                </a:solidFill>
              </a:rPr>
              <a:t>-</a:t>
            </a:r>
            <a:r>
              <a:rPr lang="ko-KR" altLang="en-US" dirty="0">
                <a:solidFill>
                  <a:schemeClr val="bg1"/>
                </a:solidFill>
              </a:rPr>
              <a:t>답변 맥락 적합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A7A9381-B15A-455B-924F-7AE4A8E53041}"/>
              </a:ext>
            </a:extLst>
          </p:cNvPr>
          <p:cNvSpPr/>
          <p:nvPr/>
        </p:nvSpPr>
        <p:spPr>
          <a:xfrm>
            <a:off x="777424" y="2941482"/>
            <a:ext cx="323178" cy="3330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D317895-B522-4200-AB91-D908FF08C8C2}"/>
              </a:ext>
            </a:extLst>
          </p:cNvPr>
          <p:cNvSpPr/>
          <p:nvPr/>
        </p:nvSpPr>
        <p:spPr>
          <a:xfrm>
            <a:off x="823687" y="3639786"/>
            <a:ext cx="323178" cy="3330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CDB21E-D3E9-4FCB-ADF6-15B57B0C5E58}"/>
              </a:ext>
            </a:extLst>
          </p:cNvPr>
          <p:cNvSpPr txBox="1"/>
          <p:nvPr/>
        </p:nvSpPr>
        <p:spPr>
          <a:xfrm>
            <a:off x="777424" y="2146095"/>
            <a:ext cx="1476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이력서 </a:t>
            </a:r>
            <a:r>
              <a:rPr lang="en-US" altLang="ko-KR" dirty="0"/>
              <a:t>1.pdf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99F574-0BCF-4BBE-860E-47AF9236E506}"/>
              </a:ext>
            </a:extLst>
          </p:cNvPr>
          <p:cNvSpPr txBox="1"/>
          <p:nvPr/>
        </p:nvSpPr>
        <p:spPr>
          <a:xfrm>
            <a:off x="820185" y="2513387"/>
            <a:ext cx="1476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2026-02-19</a:t>
            </a:r>
            <a:r>
              <a:rPr lang="ko-KR" altLang="en-US" sz="1100" dirty="0"/>
              <a:t> 업로드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8D4DC7-CD64-47F7-9BA1-0B5D65CFBEED}"/>
              </a:ext>
            </a:extLst>
          </p:cNvPr>
          <p:cNvSpPr txBox="1"/>
          <p:nvPr/>
        </p:nvSpPr>
        <p:spPr>
          <a:xfrm>
            <a:off x="2295322" y="2520903"/>
            <a:ext cx="1476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2.5MB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76B95BA-71F1-445F-A62F-1655A7E77F42}"/>
              </a:ext>
            </a:extLst>
          </p:cNvPr>
          <p:cNvSpPr/>
          <p:nvPr/>
        </p:nvSpPr>
        <p:spPr>
          <a:xfrm>
            <a:off x="645933" y="1981115"/>
            <a:ext cx="323178" cy="3330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3126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77623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예상 질문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예상 질문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약점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약점 보강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265332"/>
              </p:ext>
            </p:extLst>
          </p:nvPr>
        </p:nvGraphicFramePr>
        <p:xfrm>
          <a:off x="8627382" y="1174554"/>
          <a:ext cx="3588327" cy="5946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예상 질문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꼬리 질문에서 문제를 가져와 출력한다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각 질문 영역을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질문 상세 페이지로 이동한다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제출시 제출 완료를 출력한다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제출하기 버튼을 누르면 답변 분석 페이지로 이동한다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43B4372-C96D-43C1-830C-F45BD710254A}"/>
              </a:ext>
            </a:extLst>
          </p:cNvPr>
          <p:cNvSpPr/>
          <p:nvPr/>
        </p:nvSpPr>
        <p:spPr>
          <a:xfrm>
            <a:off x="759780" y="2828620"/>
            <a:ext cx="6466520" cy="5130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1. </a:t>
            </a:r>
            <a:r>
              <a:rPr lang="ko-KR" altLang="en-US" dirty="0"/>
              <a:t>약점 질문 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7FCCCF-B339-4E24-B700-989125D85354}"/>
              </a:ext>
            </a:extLst>
          </p:cNvPr>
          <p:cNvSpPr txBox="1"/>
          <p:nvPr/>
        </p:nvSpPr>
        <p:spPr>
          <a:xfrm>
            <a:off x="759780" y="2096312"/>
            <a:ext cx="2980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약점 보강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986ACA-7D2A-495A-B495-BE768EB251BD}"/>
              </a:ext>
            </a:extLst>
          </p:cNvPr>
          <p:cNvSpPr txBox="1"/>
          <p:nvPr/>
        </p:nvSpPr>
        <p:spPr>
          <a:xfrm>
            <a:off x="759780" y="2417389"/>
            <a:ext cx="75242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0" i="0" dirty="0">
                <a:effectLst/>
                <a:latin typeface="ui-sans-serif"/>
              </a:rPr>
              <a:t>AI</a:t>
            </a:r>
            <a:r>
              <a:rPr lang="ko-KR" altLang="en-US" sz="1100" b="0" i="0" dirty="0">
                <a:effectLst/>
                <a:latin typeface="ui-sans-serif"/>
              </a:rPr>
              <a:t>가 약점을 분석하여 생성한 예상 질문입니다</a:t>
            </a:r>
            <a:r>
              <a:rPr lang="en-US" altLang="ko-KR" sz="1100" b="0" i="0" dirty="0">
                <a:effectLst/>
                <a:latin typeface="ui-sans-serif"/>
              </a:rPr>
              <a:t>. </a:t>
            </a:r>
            <a:r>
              <a:rPr lang="ko-KR" altLang="en-US" sz="1100" b="0" i="0" dirty="0">
                <a:effectLst/>
                <a:latin typeface="ui-sans-serif"/>
              </a:rPr>
              <a:t>각 질문을 클릭하여 답변을 녹음하세요</a:t>
            </a:r>
            <a:r>
              <a:rPr lang="en-US" altLang="ko-KR" sz="1100" b="0" i="0" dirty="0">
                <a:effectLst/>
                <a:latin typeface="ui-sans-serif"/>
              </a:rPr>
              <a:t>.</a:t>
            </a:r>
            <a:endParaRPr lang="ko-KR" altLang="en-US" sz="1100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B539D28-FE3D-425C-86F6-7B7AC4DB5CAA}"/>
              </a:ext>
            </a:extLst>
          </p:cNvPr>
          <p:cNvSpPr/>
          <p:nvPr/>
        </p:nvSpPr>
        <p:spPr>
          <a:xfrm>
            <a:off x="759780" y="3557682"/>
            <a:ext cx="6466520" cy="5130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2. </a:t>
            </a:r>
            <a:r>
              <a:rPr lang="ko-KR" altLang="en-US" dirty="0"/>
              <a:t>약점 질문 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778E954-49B4-4169-8EE7-0A6EEB516B3B}"/>
              </a:ext>
            </a:extLst>
          </p:cNvPr>
          <p:cNvSpPr/>
          <p:nvPr/>
        </p:nvSpPr>
        <p:spPr>
          <a:xfrm>
            <a:off x="759780" y="4244139"/>
            <a:ext cx="6466520" cy="5130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3. </a:t>
            </a:r>
            <a:r>
              <a:rPr lang="ko-KR" altLang="en-US" dirty="0"/>
              <a:t>약점 질문 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A3EC5C2-99FB-476F-9EBD-6780EBDD6C3B}"/>
              </a:ext>
            </a:extLst>
          </p:cNvPr>
          <p:cNvSpPr/>
          <p:nvPr/>
        </p:nvSpPr>
        <p:spPr>
          <a:xfrm>
            <a:off x="759780" y="4940114"/>
            <a:ext cx="6466520" cy="5130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4. </a:t>
            </a:r>
            <a:r>
              <a:rPr lang="ko-KR" altLang="en-US" dirty="0"/>
              <a:t>약점 질문  </a:t>
            </a:r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EB8D86C-586C-4648-9DB4-531A065C9730}"/>
              </a:ext>
            </a:extLst>
          </p:cNvPr>
          <p:cNvSpPr/>
          <p:nvPr/>
        </p:nvSpPr>
        <p:spPr>
          <a:xfrm>
            <a:off x="759780" y="5610689"/>
            <a:ext cx="6466520" cy="5130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5. </a:t>
            </a:r>
            <a:r>
              <a:rPr lang="ko-KR" altLang="en-US" dirty="0"/>
              <a:t>약점 질문  </a:t>
            </a:r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4AAB50D-3E31-4586-9C9C-B0B640547761}"/>
              </a:ext>
            </a:extLst>
          </p:cNvPr>
          <p:cNvSpPr/>
          <p:nvPr/>
        </p:nvSpPr>
        <p:spPr>
          <a:xfrm>
            <a:off x="534341" y="2576883"/>
            <a:ext cx="359227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B978F76-C4F6-4473-BF87-D9098DA90EF1}"/>
              </a:ext>
            </a:extLst>
          </p:cNvPr>
          <p:cNvSpPr/>
          <p:nvPr/>
        </p:nvSpPr>
        <p:spPr>
          <a:xfrm>
            <a:off x="5441950" y="6305594"/>
            <a:ext cx="1784350" cy="4258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제출하기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160C102-F2F4-4EED-9855-923F741187D6}"/>
              </a:ext>
            </a:extLst>
          </p:cNvPr>
          <p:cNvSpPr/>
          <p:nvPr/>
        </p:nvSpPr>
        <p:spPr>
          <a:xfrm>
            <a:off x="5238625" y="6076765"/>
            <a:ext cx="359227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9060A0-F6B9-4716-86D1-AFF12C7212FB}"/>
              </a:ext>
            </a:extLst>
          </p:cNvPr>
          <p:cNvSpPr txBox="1"/>
          <p:nvPr/>
        </p:nvSpPr>
        <p:spPr>
          <a:xfrm>
            <a:off x="5921702" y="3629531"/>
            <a:ext cx="1380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6"/>
                </a:solidFill>
              </a:rPr>
              <a:t>제출 완료</a:t>
            </a:r>
          </a:p>
        </p:txBody>
      </p:sp>
    </p:spTree>
    <p:extLst>
      <p:ext uri="{BB962C8B-B14F-4D97-AF65-F5344CB8AC3E}">
        <p14:creationId xmlns:p14="http://schemas.microsoft.com/office/powerpoint/2010/main" val="444337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098815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약점 보강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예상 질문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약점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약점 보강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약점 보강 상세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871450"/>
              </p:ext>
            </p:extLst>
          </p:nvPr>
        </p:nvGraphicFramePr>
        <p:xfrm>
          <a:off x="8627382" y="1174554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약점 보강 상세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해당 질문 내용을 출력한다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제출하기 버튼을 클릭하면 오디오 업로드창이 나온다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음성 파일 제출 후 예상 질문 페이지로 이동한다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예상 질문 페이지로 이동한다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7FCCCF-B339-4E24-B700-989125D85354}"/>
              </a:ext>
            </a:extLst>
          </p:cNvPr>
          <p:cNvSpPr txBox="1"/>
          <p:nvPr/>
        </p:nvSpPr>
        <p:spPr>
          <a:xfrm>
            <a:off x="759780" y="2096312"/>
            <a:ext cx="2980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질문 상세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A8ADF66-6A0D-4D90-ABC9-C3EA7D97061F}"/>
              </a:ext>
            </a:extLst>
          </p:cNvPr>
          <p:cNvSpPr/>
          <p:nvPr/>
        </p:nvSpPr>
        <p:spPr>
          <a:xfrm>
            <a:off x="823280" y="2550764"/>
            <a:ext cx="6695120" cy="4430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1. </a:t>
            </a:r>
            <a:r>
              <a:rPr lang="ko-KR" altLang="en-US" dirty="0"/>
              <a:t>약점 질문 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4AAB50D-3E31-4586-9C9C-B0B640547761}"/>
              </a:ext>
            </a:extLst>
          </p:cNvPr>
          <p:cNvSpPr/>
          <p:nvPr/>
        </p:nvSpPr>
        <p:spPr>
          <a:xfrm>
            <a:off x="619955" y="2360160"/>
            <a:ext cx="371926" cy="3189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33E58FE-87D4-4402-85A4-6BAEC5AE7331}"/>
              </a:ext>
            </a:extLst>
          </p:cNvPr>
          <p:cNvSpPr/>
          <p:nvPr/>
        </p:nvSpPr>
        <p:spPr>
          <a:xfrm>
            <a:off x="823280" y="3270158"/>
            <a:ext cx="6695120" cy="28321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F91851C-F4D8-4CDB-9D2F-C27A1273F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241" y="3429978"/>
            <a:ext cx="2083910" cy="2083910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CF7A0F7-F436-4180-BB0B-D37091C2FBC8}"/>
              </a:ext>
            </a:extLst>
          </p:cNvPr>
          <p:cNvSpPr/>
          <p:nvPr/>
        </p:nvSpPr>
        <p:spPr>
          <a:xfrm>
            <a:off x="2957989" y="5531827"/>
            <a:ext cx="1847429" cy="36775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제출하기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8CA3CF4-3F2A-4DAB-AD3C-F5ECBDB10203}"/>
              </a:ext>
            </a:extLst>
          </p:cNvPr>
          <p:cNvSpPr/>
          <p:nvPr/>
        </p:nvSpPr>
        <p:spPr>
          <a:xfrm>
            <a:off x="2823405" y="5310245"/>
            <a:ext cx="371926" cy="3189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01767B2-F62B-45B8-A221-DB8898788D0B}"/>
              </a:ext>
            </a:extLst>
          </p:cNvPr>
          <p:cNvSpPr/>
          <p:nvPr/>
        </p:nvSpPr>
        <p:spPr>
          <a:xfrm>
            <a:off x="5994400" y="6474780"/>
            <a:ext cx="1473200" cy="27506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← 질문 목록으로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7E6E6EF-6EA8-4D37-A87B-BAB0796A0A39}"/>
              </a:ext>
            </a:extLst>
          </p:cNvPr>
          <p:cNvSpPr/>
          <p:nvPr/>
        </p:nvSpPr>
        <p:spPr>
          <a:xfrm>
            <a:off x="5784726" y="6276450"/>
            <a:ext cx="371926" cy="3189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002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1340</Words>
  <Application>Microsoft Office PowerPoint</Application>
  <PresentationFormat>와이드스크린</PresentationFormat>
  <Paragraphs>479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ui-sans-serif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do yun choi</dc:creator>
  <cp:lastModifiedBy>do yun choi</cp:lastModifiedBy>
  <cp:revision>24</cp:revision>
  <dcterms:created xsi:type="dcterms:W3CDTF">2026-02-19T00:19:29Z</dcterms:created>
  <dcterms:modified xsi:type="dcterms:W3CDTF">2026-02-19T06:45:13Z</dcterms:modified>
</cp:coreProperties>
</file>